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60" r:id="rId5"/>
    <p:sldId id="261" r:id="rId6"/>
    <p:sldId id="262" r:id="rId7"/>
    <p:sldId id="263" r:id="rId8"/>
    <p:sldId id="264" r:id="rId9"/>
    <p:sldId id="265" r:id="rId10"/>
    <p:sldId id="271" r:id="rId11"/>
    <p:sldId id="266" r:id="rId12"/>
    <p:sldId id="272" r:id="rId13"/>
    <p:sldId id="273" r:id="rId14"/>
    <p:sldId id="267" r:id="rId15"/>
    <p:sldId id="274" r:id="rId16"/>
    <p:sldId id="268" r:id="rId17"/>
    <p:sldId id="270" r:id="rId18"/>
    <p:sldId id="259" r:id="rId19"/>
  </p:sldIdLst>
  <p:sldSz cx="12192000" cy="6858000"/>
  <p:notesSz cx="6858000" cy="9144000"/>
  <p:embeddedFontLst>
    <p:embeddedFont>
      <p:font typeface="Lato Black" panose="020F0502020204030203" pitchFamily="34" charset="0"/>
      <p:bold r:id="rId21"/>
    </p:embeddedFont>
    <p:embeddedFont>
      <p:font typeface="Libre Baskerville" panose="02000000000000000000" pitchFamily="2" charset="0"/>
      <p:regular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B5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6227C3-9130-46F2-85D6-4FB1F4375B4B}" v="69" dt="2026-10-13T15:37:14.3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ddupally Kishore" userId="e4c8b7b65dc96ac1" providerId="LiveId" clId="{2A8A8AE7-78DF-4EB9-8C97-98586A5BAB09}"/>
    <pc:docChg chg="undo custSel addSld delSld modSld">
      <pc:chgData name="Boddupally Kishore" userId="e4c8b7b65dc96ac1" providerId="LiveId" clId="{2A8A8AE7-78DF-4EB9-8C97-98586A5BAB09}" dt="2026-10-13T15:39:09.338" v="1501" actId="255"/>
      <pc:docMkLst>
        <pc:docMk/>
      </pc:docMkLst>
      <pc:sldChg chg="addSp modSp mod">
        <pc:chgData name="Boddupally Kishore" userId="e4c8b7b65dc96ac1" providerId="LiveId" clId="{2A8A8AE7-78DF-4EB9-8C97-98586A5BAB09}" dt="2026-10-10T09:20:25.574" v="1487" actId="20577"/>
        <pc:sldMkLst>
          <pc:docMk/>
          <pc:sldMk cId="0" sldId="256"/>
        </pc:sldMkLst>
        <pc:spChg chg="add mod">
          <ac:chgData name="Boddupally Kishore" userId="e4c8b7b65dc96ac1" providerId="LiveId" clId="{2A8A8AE7-78DF-4EB9-8C97-98586A5BAB09}" dt="2026-10-08T14:19:56.027" v="93" actId="14100"/>
          <ac:spMkLst>
            <pc:docMk/>
            <pc:sldMk cId="0" sldId="256"/>
            <ac:spMk id="2" creationId="{A0042E54-C505-D960-8554-A680DDE6120E}"/>
          </ac:spMkLst>
        </pc:spChg>
        <pc:spChg chg="mod">
          <ac:chgData name="Boddupally Kishore" userId="e4c8b7b65dc96ac1" providerId="LiveId" clId="{2A8A8AE7-78DF-4EB9-8C97-98586A5BAB09}" dt="2026-10-10T09:20:25.574" v="1487" actId="20577"/>
          <ac:spMkLst>
            <pc:docMk/>
            <pc:sldMk cId="0" sldId="256"/>
            <ac:spMk id="99" creationId="{00000000-0000-0000-0000-000000000000}"/>
          </ac:spMkLst>
        </pc:spChg>
      </pc:sldChg>
      <pc:sldChg chg="modSp mod">
        <pc:chgData name="Boddupally Kishore" userId="e4c8b7b65dc96ac1" providerId="LiveId" clId="{2A8A8AE7-78DF-4EB9-8C97-98586A5BAB09}" dt="2026-10-08T14:21:05.548" v="101" actId="14100"/>
        <pc:sldMkLst>
          <pc:docMk/>
          <pc:sldMk cId="0" sldId="257"/>
        </pc:sldMkLst>
        <pc:spChg chg="mod">
          <ac:chgData name="Boddupally Kishore" userId="e4c8b7b65dc96ac1" providerId="LiveId" clId="{2A8A8AE7-78DF-4EB9-8C97-98586A5BAB09}" dt="2026-10-08T14:21:05.548" v="101" actId="14100"/>
          <ac:spMkLst>
            <pc:docMk/>
            <pc:sldMk cId="0" sldId="257"/>
            <ac:spMk id="104" creationId="{00000000-0000-0000-0000-000000000000}"/>
          </ac:spMkLst>
        </pc:spChg>
        <pc:spChg chg="mod">
          <ac:chgData name="Boddupally Kishore" userId="e4c8b7b65dc96ac1" providerId="LiveId" clId="{2A8A8AE7-78DF-4EB9-8C97-98586A5BAB09}" dt="2026-10-08T14:20:23.747" v="98" actId="122"/>
          <ac:spMkLst>
            <pc:docMk/>
            <pc:sldMk cId="0" sldId="257"/>
            <ac:spMk id="105" creationId="{00000000-0000-0000-0000-000000000000}"/>
          </ac:spMkLst>
        </pc:spChg>
      </pc:sldChg>
      <pc:sldChg chg="modSp mod">
        <pc:chgData name="Boddupally Kishore" userId="e4c8b7b65dc96ac1" providerId="LiveId" clId="{2A8A8AE7-78DF-4EB9-8C97-98586A5BAB09}" dt="2026-10-09T11:10:08.708" v="1469" actId="20577"/>
        <pc:sldMkLst>
          <pc:docMk/>
          <pc:sldMk cId="0" sldId="258"/>
        </pc:sldMkLst>
        <pc:spChg chg="mod">
          <ac:chgData name="Boddupally Kishore" userId="e4c8b7b65dc96ac1" providerId="LiveId" clId="{2A8A8AE7-78DF-4EB9-8C97-98586A5BAB09}" dt="2026-10-08T14:22:17.895" v="108" actId="14100"/>
          <ac:spMkLst>
            <pc:docMk/>
            <pc:sldMk cId="0" sldId="258"/>
            <ac:spMk id="110" creationId="{00000000-0000-0000-0000-000000000000}"/>
          </ac:spMkLst>
        </pc:spChg>
        <pc:spChg chg="mod">
          <ac:chgData name="Boddupally Kishore" userId="e4c8b7b65dc96ac1" providerId="LiveId" clId="{2A8A8AE7-78DF-4EB9-8C97-98586A5BAB09}" dt="2026-10-09T11:10:08.708" v="1469" actId="20577"/>
          <ac:spMkLst>
            <pc:docMk/>
            <pc:sldMk cId="0" sldId="258"/>
            <ac:spMk id="111" creationId="{00000000-0000-0000-0000-000000000000}"/>
          </ac:spMkLst>
        </pc:spChg>
      </pc:sldChg>
      <pc:sldChg chg="modSp new mod">
        <pc:chgData name="Boddupally Kishore" userId="e4c8b7b65dc96ac1" providerId="LiveId" clId="{2A8A8AE7-78DF-4EB9-8C97-98586A5BAB09}" dt="2026-10-08T15:17:49.733" v="173" actId="12"/>
        <pc:sldMkLst>
          <pc:docMk/>
          <pc:sldMk cId="330781964" sldId="260"/>
        </pc:sldMkLst>
        <pc:spChg chg="mod">
          <ac:chgData name="Boddupally Kishore" userId="e4c8b7b65dc96ac1" providerId="LiveId" clId="{2A8A8AE7-78DF-4EB9-8C97-98586A5BAB09}" dt="2026-10-08T15:13:01.100" v="162" actId="122"/>
          <ac:spMkLst>
            <pc:docMk/>
            <pc:sldMk cId="330781964" sldId="260"/>
            <ac:spMk id="2" creationId="{0C691C50-31B7-672E-9696-82F9D1DD3BE0}"/>
          </ac:spMkLst>
        </pc:spChg>
        <pc:spChg chg="mod">
          <ac:chgData name="Boddupally Kishore" userId="e4c8b7b65dc96ac1" providerId="LiveId" clId="{2A8A8AE7-78DF-4EB9-8C97-98586A5BAB09}" dt="2026-10-08T15:17:49.733" v="173" actId="12"/>
          <ac:spMkLst>
            <pc:docMk/>
            <pc:sldMk cId="330781964" sldId="260"/>
            <ac:spMk id="3" creationId="{936D740C-AB57-4DC0-068F-F92F69DE83ED}"/>
          </ac:spMkLst>
        </pc:spChg>
      </pc:sldChg>
      <pc:sldChg chg="modSp new mod">
        <pc:chgData name="Boddupally Kishore" userId="e4c8b7b65dc96ac1" providerId="LiveId" clId="{2A8A8AE7-78DF-4EB9-8C97-98586A5BAB09}" dt="2026-10-08T15:21:11.646" v="226" actId="12"/>
        <pc:sldMkLst>
          <pc:docMk/>
          <pc:sldMk cId="4130084763" sldId="261"/>
        </pc:sldMkLst>
        <pc:spChg chg="mod">
          <ac:chgData name="Boddupally Kishore" userId="e4c8b7b65dc96ac1" providerId="LiveId" clId="{2A8A8AE7-78DF-4EB9-8C97-98586A5BAB09}" dt="2026-10-08T15:20:05.658" v="220" actId="122"/>
          <ac:spMkLst>
            <pc:docMk/>
            <pc:sldMk cId="4130084763" sldId="261"/>
            <ac:spMk id="2" creationId="{759E1E28-DD55-ED46-E338-FD495A5C2DDB}"/>
          </ac:spMkLst>
        </pc:spChg>
        <pc:spChg chg="mod">
          <ac:chgData name="Boddupally Kishore" userId="e4c8b7b65dc96ac1" providerId="LiveId" clId="{2A8A8AE7-78DF-4EB9-8C97-98586A5BAB09}" dt="2026-10-08T15:21:11.646" v="226" actId="12"/>
          <ac:spMkLst>
            <pc:docMk/>
            <pc:sldMk cId="4130084763" sldId="261"/>
            <ac:spMk id="3" creationId="{178B0F4D-3489-4A85-B921-8AA6702D6DF6}"/>
          </ac:spMkLst>
        </pc:spChg>
      </pc:sldChg>
      <pc:sldChg chg="modSp new mod">
        <pc:chgData name="Boddupally Kishore" userId="e4c8b7b65dc96ac1" providerId="LiveId" clId="{2A8A8AE7-78DF-4EB9-8C97-98586A5BAB09}" dt="2026-10-08T15:24:04.501" v="273" actId="113"/>
        <pc:sldMkLst>
          <pc:docMk/>
          <pc:sldMk cId="935334230" sldId="262"/>
        </pc:sldMkLst>
        <pc:spChg chg="mod">
          <ac:chgData name="Boddupally Kishore" userId="e4c8b7b65dc96ac1" providerId="LiveId" clId="{2A8A8AE7-78DF-4EB9-8C97-98586A5BAB09}" dt="2026-10-08T15:22:10.224" v="255" actId="122"/>
          <ac:spMkLst>
            <pc:docMk/>
            <pc:sldMk cId="935334230" sldId="262"/>
            <ac:spMk id="2" creationId="{AB7DFDB6-5927-350C-ECCC-E25BDEB1CB6E}"/>
          </ac:spMkLst>
        </pc:spChg>
        <pc:spChg chg="mod">
          <ac:chgData name="Boddupally Kishore" userId="e4c8b7b65dc96ac1" providerId="LiveId" clId="{2A8A8AE7-78DF-4EB9-8C97-98586A5BAB09}" dt="2026-10-08T15:24:04.501" v="273" actId="113"/>
          <ac:spMkLst>
            <pc:docMk/>
            <pc:sldMk cId="935334230" sldId="262"/>
            <ac:spMk id="3" creationId="{C1F3E44D-B430-C49C-3A08-BA89FF0C425A}"/>
          </ac:spMkLst>
        </pc:spChg>
      </pc:sldChg>
      <pc:sldChg chg="modSp new mod">
        <pc:chgData name="Boddupally Kishore" userId="e4c8b7b65dc96ac1" providerId="LiveId" clId="{2A8A8AE7-78DF-4EB9-8C97-98586A5BAB09}" dt="2026-10-08T15:39:27.854" v="416" actId="12"/>
        <pc:sldMkLst>
          <pc:docMk/>
          <pc:sldMk cId="1369498594" sldId="263"/>
        </pc:sldMkLst>
        <pc:spChg chg="mod">
          <ac:chgData name="Boddupally Kishore" userId="e4c8b7b65dc96ac1" providerId="LiveId" clId="{2A8A8AE7-78DF-4EB9-8C97-98586A5BAB09}" dt="2026-10-08T15:36:44.831" v="343" actId="20577"/>
          <ac:spMkLst>
            <pc:docMk/>
            <pc:sldMk cId="1369498594" sldId="263"/>
            <ac:spMk id="2" creationId="{64E2C124-2E83-85BB-4BCA-6AA920B88A63}"/>
          </ac:spMkLst>
        </pc:spChg>
        <pc:spChg chg="mod">
          <ac:chgData name="Boddupally Kishore" userId="e4c8b7b65dc96ac1" providerId="LiveId" clId="{2A8A8AE7-78DF-4EB9-8C97-98586A5BAB09}" dt="2026-10-08T15:39:27.854" v="416" actId="12"/>
          <ac:spMkLst>
            <pc:docMk/>
            <pc:sldMk cId="1369498594" sldId="263"/>
            <ac:spMk id="3" creationId="{D7ADCA6F-B761-9D97-CB40-D4DB55E2B5EA}"/>
          </ac:spMkLst>
        </pc:spChg>
      </pc:sldChg>
      <pc:sldChg chg="addSp modSp new mod">
        <pc:chgData name="Boddupally Kishore" userId="e4c8b7b65dc96ac1" providerId="LiveId" clId="{2A8A8AE7-78DF-4EB9-8C97-98586A5BAB09}" dt="2026-10-08T16:44:21.861" v="721" actId="20577"/>
        <pc:sldMkLst>
          <pc:docMk/>
          <pc:sldMk cId="2854129285" sldId="264"/>
        </pc:sldMkLst>
        <pc:spChg chg="mod">
          <ac:chgData name="Boddupally Kishore" userId="e4c8b7b65dc96ac1" providerId="LiveId" clId="{2A8A8AE7-78DF-4EB9-8C97-98586A5BAB09}" dt="2026-10-08T16:00:17.409" v="532" actId="122"/>
          <ac:spMkLst>
            <pc:docMk/>
            <pc:sldMk cId="2854129285" sldId="264"/>
            <ac:spMk id="2" creationId="{118DA780-6FB1-4A04-9965-6A9DC62AB5B9}"/>
          </ac:spMkLst>
        </pc:spChg>
        <pc:spChg chg="mod">
          <ac:chgData name="Boddupally Kishore" userId="e4c8b7b65dc96ac1" providerId="LiveId" clId="{2A8A8AE7-78DF-4EB9-8C97-98586A5BAB09}" dt="2026-10-08T15:46:53.693" v="427" actId="14100"/>
          <ac:spMkLst>
            <pc:docMk/>
            <pc:sldMk cId="2854129285" sldId="264"/>
            <ac:spMk id="3" creationId="{4D001DCC-D549-33F6-D506-F729627FDCAC}"/>
          </ac:spMkLst>
        </pc:spChg>
        <pc:spChg chg="add mod">
          <ac:chgData name="Boddupally Kishore" userId="e4c8b7b65dc96ac1" providerId="LiveId" clId="{2A8A8AE7-78DF-4EB9-8C97-98586A5BAB09}" dt="2026-10-08T16:44:21.861" v="721" actId="20577"/>
          <ac:spMkLst>
            <pc:docMk/>
            <pc:sldMk cId="2854129285" sldId="264"/>
            <ac:spMk id="6" creationId="{614E3248-A9DB-910B-09B4-8C8942CC3576}"/>
          </ac:spMkLst>
        </pc:spChg>
        <pc:picChg chg="add mod">
          <ac:chgData name="Boddupally Kishore" userId="e4c8b7b65dc96ac1" providerId="LiveId" clId="{2A8A8AE7-78DF-4EB9-8C97-98586A5BAB09}" dt="2026-10-08T15:47:12.921" v="431" actId="14100"/>
          <ac:picMkLst>
            <pc:docMk/>
            <pc:sldMk cId="2854129285" sldId="264"/>
            <ac:picMk id="5" creationId="{6A5BC863-356B-41C4-FE8F-86CD40EC6AEA}"/>
          </ac:picMkLst>
        </pc:picChg>
      </pc:sldChg>
      <pc:sldChg chg="addSp modSp new mod">
        <pc:chgData name="Boddupally Kishore" userId="e4c8b7b65dc96ac1" providerId="LiveId" clId="{2A8A8AE7-78DF-4EB9-8C97-98586A5BAB09}" dt="2026-10-13T15:39:09.338" v="1501" actId="255"/>
        <pc:sldMkLst>
          <pc:docMk/>
          <pc:sldMk cId="4077925938" sldId="265"/>
        </pc:sldMkLst>
        <pc:spChg chg="mod">
          <ac:chgData name="Boddupally Kishore" userId="e4c8b7b65dc96ac1" providerId="LiveId" clId="{2A8A8AE7-78DF-4EB9-8C97-98586A5BAB09}" dt="2026-10-08T16:20:30.815" v="544" actId="122"/>
          <ac:spMkLst>
            <pc:docMk/>
            <pc:sldMk cId="4077925938" sldId="265"/>
            <ac:spMk id="2" creationId="{5D5CE0C9-B5D8-129D-47F1-0083B4F0E538}"/>
          </ac:spMkLst>
        </pc:spChg>
        <pc:spChg chg="mod">
          <ac:chgData name="Boddupally Kishore" userId="e4c8b7b65dc96ac1" providerId="LiveId" clId="{2A8A8AE7-78DF-4EB9-8C97-98586A5BAB09}" dt="2026-10-08T16:19:21.062" v="536" actId="123"/>
          <ac:spMkLst>
            <pc:docMk/>
            <pc:sldMk cId="4077925938" sldId="265"/>
            <ac:spMk id="3" creationId="{4BC144EE-0DDB-52BD-7B80-A808531E8324}"/>
          </ac:spMkLst>
        </pc:spChg>
        <pc:spChg chg="add mod">
          <ac:chgData name="Boddupally Kishore" userId="e4c8b7b65dc96ac1" providerId="LiveId" clId="{2A8A8AE7-78DF-4EB9-8C97-98586A5BAB09}" dt="2026-10-13T15:39:09.338" v="1501" actId="255"/>
          <ac:spMkLst>
            <pc:docMk/>
            <pc:sldMk cId="4077925938" sldId="265"/>
            <ac:spMk id="6" creationId="{15E0295C-52F8-8BEB-80AF-D119E0AAC87F}"/>
          </ac:spMkLst>
        </pc:spChg>
        <pc:picChg chg="add mod">
          <ac:chgData name="Boddupally Kishore" userId="e4c8b7b65dc96ac1" providerId="LiveId" clId="{2A8A8AE7-78DF-4EB9-8C97-98586A5BAB09}" dt="2026-10-08T16:20:10.027" v="539" actId="1076"/>
          <ac:picMkLst>
            <pc:docMk/>
            <pc:sldMk cId="4077925938" sldId="265"/>
            <ac:picMk id="5" creationId="{5CA78471-2DEF-966A-1459-4EFC613B97E3}"/>
          </ac:picMkLst>
        </pc:picChg>
      </pc:sldChg>
      <pc:sldChg chg="addSp modSp new mod">
        <pc:chgData name="Boddupally Kishore" userId="e4c8b7b65dc96ac1" providerId="LiveId" clId="{2A8A8AE7-78DF-4EB9-8C97-98586A5BAB09}" dt="2026-10-08T16:32:59.227" v="609" actId="122"/>
        <pc:sldMkLst>
          <pc:docMk/>
          <pc:sldMk cId="429486698" sldId="266"/>
        </pc:sldMkLst>
        <pc:spChg chg="mod">
          <ac:chgData name="Boddupally Kishore" userId="e4c8b7b65dc96ac1" providerId="LiveId" clId="{2A8A8AE7-78DF-4EB9-8C97-98586A5BAB09}" dt="2026-10-08T16:32:59.227" v="609" actId="122"/>
          <ac:spMkLst>
            <pc:docMk/>
            <pc:sldMk cId="429486698" sldId="266"/>
            <ac:spMk id="2" creationId="{CE54E857-F8D6-DD6A-8113-27DF3C06079D}"/>
          </ac:spMkLst>
        </pc:spChg>
        <pc:spChg chg="mod">
          <ac:chgData name="Boddupally Kishore" userId="e4c8b7b65dc96ac1" providerId="LiveId" clId="{2A8A8AE7-78DF-4EB9-8C97-98586A5BAB09}" dt="2026-10-08T16:30:08.122" v="577" actId="2711"/>
          <ac:spMkLst>
            <pc:docMk/>
            <pc:sldMk cId="429486698" sldId="266"/>
            <ac:spMk id="3" creationId="{B42E5512-06AC-264B-87DC-8C4109783D16}"/>
          </ac:spMkLst>
        </pc:spChg>
        <pc:spChg chg="add mod">
          <ac:chgData name="Boddupally Kishore" userId="e4c8b7b65dc96ac1" providerId="LiveId" clId="{2A8A8AE7-78DF-4EB9-8C97-98586A5BAB09}" dt="2026-10-08T16:32:37.460" v="602" actId="1076"/>
          <ac:spMkLst>
            <pc:docMk/>
            <pc:sldMk cId="429486698" sldId="266"/>
            <ac:spMk id="6" creationId="{E9D9CB9D-AAE8-219A-5FE7-D743B53A41E9}"/>
          </ac:spMkLst>
        </pc:spChg>
        <pc:picChg chg="add mod">
          <ac:chgData name="Boddupally Kishore" userId="e4c8b7b65dc96ac1" providerId="LiveId" clId="{2A8A8AE7-78DF-4EB9-8C97-98586A5BAB09}" dt="2026-10-08T16:30:30.726" v="579" actId="1076"/>
          <ac:picMkLst>
            <pc:docMk/>
            <pc:sldMk cId="429486698" sldId="266"/>
            <ac:picMk id="5" creationId="{B8B5A084-28CA-B9CC-86F0-5C0D9CD492E0}"/>
          </ac:picMkLst>
        </pc:picChg>
      </pc:sldChg>
      <pc:sldChg chg="modSp new mod">
        <pc:chgData name="Boddupally Kishore" userId="e4c8b7b65dc96ac1" providerId="LiveId" clId="{2A8A8AE7-78DF-4EB9-8C97-98586A5BAB09}" dt="2026-10-10T05:06:01.093" v="1477" actId="20577"/>
        <pc:sldMkLst>
          <pc:docMk/>
          <pc:sldMk cId="3292585947" sldId="267"/>
        </pc:sldMkLst>
        <pc:spChg chg="mod">
          <ac:chgData name="Boddupally Kishore" userId="e4c8b7b65dc96ac1" providerId="LiveId" clId="{2A8A8AE7-78DF-4EB9-8C97-98586A5BAB09}" dt="2026-10-08T16:35:05.450" v="642" actId="122"/>
          <ac:spMkLst>
            <pc:docMk/>
            <pc:sldMk cId="3292585947" sldId="267"/>
            <ac:spMk id="2" creationId="{5C4030D5-CB9C-2EC0-A67F-B2C18ED2BEF3}"/>
          </ac:spMkLst>
        </pc:spChg>
        <pc:spChg chg="mod">
          <ac:chgData name="Boddupally Kishore" userId="e4c8b7b65dc96ac1" providerId="LiveId" clId="{2A8A8AE7-78DF-4EB9-8C97-98586A5BAB09}" dt="2026-10-10T05:06:01.093" v="1477" actId="20577"/>
          <ac:spMkLst>
            <pc:docMk/>
            <pc:sldMk cId="3292585947" sldId="267"/>
            <ac:spMk id="3" creationId="{CD92F2FE-450C-9979-D1EF-8C8A3893711D}"/>
          </ac:spMkLst>
        </pc:spChg>
      </pc:sldChg>
      <pc:sldChg chg="modSp new mod">
        <pc:chgData name="Boddupally Kishore" userId="e4c8b7b65dc96ac1" providerId="LiveId" clId="{2A8A8AE7-78DF-4EB9-8C97-98586A5BAB09}" dt="2026-10-08T16:37:42.134" v="673" actId="122"/>
        <pc:sldMkLst>
          <pc:docMk/>
          <pc:sldMk cId="160388929" sldId="268"/>
        </pc:sldMkLst>
        <pc:spChg chg="mod">
          <ac:chgData name="Boddupally Kishore" userId="e4c8b7b65dc96ac1" providerId="LiveId" clId="{2A8A8AE7-78DF-4EB9-8C97-98586A5BAB09}" dt="2026-10-08T16:37:42.134" v="673" actId="122"/>
          <ac:spMkLst>
            <pc:docMk/>
            <pc:sldMk cId="160388929" sldId="268"/>
            <ac:spMk id="2" creationId="{0EE8B251-ED25-C2F4-8124-9A862C13BFE4}"/>
          </ac:spMkLst>
        </pc:spChg>
        <pc:spChg chg="mod">
          <ac:chgData name="Boddupally Kishore" userId="e4c8b7b65dc96ac1" providerId="LiveId" clId="{2A8A8AE7-78DF-4EB9-8C97-98586A5BAB09}" dt="2026-10-08T16:37:18.321" v="659" actId="20577"/>
          <ac:spMkLst>
            <pc:docMk/>
            <pc:sldMk cId="160388929" sldId="268"/>
            <ac:spMk id="3" creationId="{A7E22369-AC18-9723-AC13-62364279427B}"/>
          </ac:spMkLst>
        </pc:spChg>
      </pc:sldChg>
      <pc:sldChg chg="addSp modSp new mod">
        <pc:chgData name="Boddupally Kishore" userId="e4c8b7b65dc96ac1" providerId="LiveId" clId="{2A8A8AE7-78DF-4EB9-8C97-98586A5BAB09}" dt="2026-10-08T16:43:45.012" v="715" actId="1076"/>
        <pc:sldMkLst>
          <pc:docMk/>
          <pc:sldMk cId="4009075155" sldId="270"/>
        </pc:sldMkLst>
        <pc:spChg chg="add mod">
          <ac:chgData name="Boddupally Kishore" userId="e4c8b7b65dc96ac1" providerId="LiveId" clId="{2A8A8AE7-78DF-4EB9-8C97-98586A5BAB09}" dt="2026-10-08T16:43:45.012" v="715" actId="1076"/>
          <ac:spMkLst>
            <pc:docMk/>
            <pc:sldMk cId="4009075155" sldId="270"/>
            <ac:spMk id="2" creationId="{5A2B4FB6-D929-2F0A-3790-34AFEA384EFD}"/>
          </ac:spMkLst>
        </pc:spChg>
      </pc:sldChg>
      <pc:sldChg chg="addSp delSp modSp new mod">
        <pc:chgData name="Boddupally Kishore" userId="e4c8b7b65dc96ac1" providerId="LiveId" clId="{2A8A8AE7-78DF-4EB9-8C97-98586A5BAB09}" dt="2026-10-09T09:54:52.838" v="891" actId="1076"/>
        <pc:sldMkLst>
          <pc:docMk/>
          <pc:sldMk cId="601453557" sldId="271"/>
        </pc:sldMkLst>
        <pc:spChg chg="mod">
          <ac:chgData name="Boddupally Kishore" userId="e4c8b7b65dc96ac1" providerId="LiveId" clId="{2A8A8AE7-78DF-4EB9-8C97-98586A5BAB09}" dt="2026-10-09T09:41:00.345" v="808" actId="122"/>
          <ac:spMkLst>
            <pc:docMk/>
            <pc:sldMk cId="601453557" sldId="271"/>
            <ac:spMk id="2" creationId="{2EB4E4CF-897F-A10F-C8FC-F54ECA392448}"/>
          </ac:spMkLst>
        </pc:spChg>
        <pc:spChg chg="mod">
          <ac:chgData name="Boddupally Kishore" userId="e4c8b7b65dc96ac1" providerId="LiveId" clId="{2A8A8AE7-78DF-4EB9-8C97-98586A5BAB09}" dt="2026-10-09T09:49:17.390" v="813" actId="14100"/>
          <ac:spMkLst>
            <pc:docMk/>
            <pc:sldMk cId="601453557" sldId="271"/>
            <ac:spMk id="3" creationId="{6CF550AB-F0FD-92FB-F481-F9313DF68FEC}"/>
          </ac:spMkLst>
        </pc:spChg>
        <pc:spChg chg="add mod">
          <ac:chgData name="Boddupally Kishore" userId="e4c8b7b65dc96ac1" providerId="LiveId" clId="{2A8A8AE7-78DF-4EB9-8C97-98586A5BAB09}" dt="2026-10-09T09:54:52.838" v="891" actId="1076"/>
          <ac:spMkLst>
            <pc:docMk/>
            <pc:sldMk cId="601453557" sldId="271"/>
            <ac:spMk id="10" creationId="{5292D680-8B85-20B2-BD95-3ADE7C3DD015}"/>
          </ac:spMkLst>
        </pc:spChg>
        <pc:picChg chg="add mod">
          <ac:chgData name="Boddupally Kishore" userId="e4c8b7b65dc96ac1" providerId="LiveId" clId="{2A8A8AE7-78DF-4EB9-8C97-98586A5BAB09}" dt="2026-10-09T09:49:10.222" v="812" actId="1076"/>
          <ac:picMkLst>
            <pc:docMk/>
            <pc:sldMk cId="601453557" sldId="271"/>
            <ac:picMk id="6" creationId="{DE1BD60F-D6FE-109A-3115-4229F4DBD1D6}"/>
          </ac:picMkLst>
        </pc:picChg>
      </pc:sldChg>
      <pc:sldChg chg="modSp new mod">
        <pc:chgData name="Boddupally Kishore" userId="e4c8b7b65dc96ac1" providerId="LiveId" clId="{2A8A8AE7-78DF-4EB9-8C97-98586A5BAB09}" dt="2026-10-10T06:06:18.582" v="1479" actId="207"/>
        <pc:sldMkLst>
          <pc:docMk/>
          <pc:sldMk cId="1732526067" sldId="272"/>
        </pc:sldMkLst>
        <pc:spChg chg="mod">
          <ac:chgData name="Boddupally Kishore" userId="e4c8b7b65dc96ac1" providerId="LiveId" clId="{2A8A8AE7-78DF-4EB9-8C97-98586A5BAB09}" dt="2026-10-09T10:33:19.403" v="1101" actId="122"/>
          <ac:spMkLst>
            <pc:docMk/>
            <pc:sldMk cId="1732526067" sldId="272"/>
            <ac:spMk id="2" creationId="{D2E3F497-4B06-5DB7-4DC2-030189F08ED7}"/>
          </ac:spMkLst>
        </pc:spChg>
        <pc:spChg chg="mod">
          <ac:chgData name="Boddupally Kishore" userId="e4c8b7b65dc96ac1" providerId="LiveId" clId="{2A8A8AE7-78DF-4EB9-8C97-98586A5BAB09}" dt="2026-10-10T06:06:18.582" v="1479" actId="207"/>
          <ac:spMkLst>
            <pc:docMk/>
            <pc:sldMk cId="1732526067" sldId="272"/>
            <ac:spMk id="3" creationId="{D9AED689-430A-A45D-7250-E47F3CA8D26B}"/>
          </ac:spMkLst>
        </pc:spChg>
      </pc:sldChg>
      <pc:sldChg chg="modSp new mod">
        <pc:chgData name="Boddupally Kishore" userId="e4c8b7b65dc96ac1" providerId="LiveId" clId="{2A8A8AE7-78DF-4EB9-8C97-98586A5BAB09}" dt="2026-10-10T06:06:30.142" v="1480" actId="207"/>
        <pc:sldMkLst>
          <pc:docMk/>
          <pc:sldMk cId="863665603" sldId="273"/>
        </pc:sldMkLst>
        <pc:spChg chg="mod">
          <ac:chgData name="Boddupally Kishore" userId="e4c8b7b65dc96ac1" providerId="LiveId" clId="{2A8A8AE7-78DF-4EB9-8C97-98586A5BAB09}" dt="2026-10-09T10:50:53.242" v="1104" actId="122"/>
          <ac:spMkLst>
            <pc:docMk/>
            <pc:sldMk cId="863665603" sldId="273"/>
            <ac:spMk id="2" creationId="{1DEB483E-0B9E-43B2-3C0A-9925BA49048F}"/>
          </ac:spMkLst>
        </pc:spChg>
        <pc:spChg chg="mod">
          <ac:chgData name="Boddupally Kishore" userId="e4c8b7b65dc96ac1" providerId="LiveId" clId="{2A8A8AE7-78DF-4EB9-8C97-98586A5BAB09}" dt="2026-10-10T06:06:30.142" v="1480" actId="207"/>
          <ac:spMkLst>
            <pc:docMk/>
            <pc:sldMk cId="863665603" sldId="273"/>
            <ac:spMk id="3" creationId="{DBE736DB-753A-50C2-8182-0E634EF7C5E9}"/>
          </ac:spMkLst>
        </pc:spChg>
      </pc:sldChg>
      <pc:sldChg chg="modSp new mod">
        <pc:chgData name="Boddupally Kishore" userId="e4c8b7b65dc96ac1" providerId="LiveId" clId="{2A8A8AE7-78DF-4EB9-8C97-98586A5BAB09}" dt="2026-10-09T11:01:44.469" v="1268" actId="122"/>
        <pc:sldMkLst>
          <pc:docMk/>
          <pc:sldMk cId="3793682058" sldId="274"/>
        </pc:sldMkLst>
        <pc:spChg chg="mod">
          <ac:chgData name="Boddupally Kishore" userId="e4c8b7b65dc96ac1" providerId="LiveId" clId="{2A8A8AE7-78DF-4EB9-8C97-98586A5BAB09}" dt="2026-10-09T11:01:44.469" v="1268" actId="122"/>
          <ac:spMkLst>
            <pc:docMk/>
            <pc:sldMk cId="3793682058" sldId="274"/>
            <ac:spMk id="2" creationId="{69C06604-ACAC-8240-5184-9616C6A22AF5}"/>
          </ac:spMkLst>
        </pc:spChg>
        <pc:spChg chg="mod">
          <ac:chgData name="Boddupally Kishore" userId="e4c8b7b65dc96ac1" providerId="LiveId" clId="{2A8A8AE7-78DF-4EB9-8C97-98586A5BAB09}" dt="2026-10-09T11:01:08.059" v="1228" actId="27636"/>
          <ac:spMkLst>
            <pc:docMk/>
            <pc:sldMk cId="3793682058" sldId="274"/>
            <ac:spMk id="3" creationId="{13BE181F-5A53-442F-F4C0-6230641E97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boddupally-kishore-27825a3b5"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Kishore1Boddupalli"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4" y="3717986"/>
            <a:ext cx="7246189" cy="861734"/>
          </a:xfrm>
          <a:prstGeom prst="rect">
            <a:avLst/>
          </a:prstGeom>
          <a:noFill/>
          <a:ln>
            <a:noFill/>
          </a:ln>
        </p:spPr>
        <p:txBody>
          <a:bodyPr spcFirstLastPara="1" wrap="square" lIns="91425" tIns="45700" rIns="91425" bIns="45700" anchor="t" anchorCtr="0">
            <a:spAutoFit/>
          </a:bodyPr>
          <a:lstStyle/>
          <a:p>
            <a:pPr lvl="0" algn="ctr">
              <a:buSzPts val="1800"/>
            </a:pPr>
            <a:br>
              <a:rPr lang="en-IN" sz="1800" b="0" i="0" u="none" strike="noStrike" cap="none" dirty="0">
                <a:solidFill>
                  <a:schemeClr val="dk1"/>
                </a:solidFill>
                <a:latin typeface="Calibri"/>
                <a:ea typeface="Calibri"/>
                <a:cs typeface="Calibri"/>
                <a:sym typeface="Calibri"/>
              </a:rPr>
            </a:br>
            <a:r>
              <a:rPr lang="en-IN" sz="1800" b="1" dirty="0">
                <a:solidFill>
                  <a:srgbClr val="FF0000"/>
                </a:solidFill>
              </a:rPr>
              <a:t> </a:t>
            </a:r>
            <a:r>
              <a:rPr lang="en-IN" sz="3200" b="1" dirty="0">
                <a:solidFill>
                  <a:srgbClr val="FF0000"/>
                </a:solidFill>
                <a:latin typeface="Times New Roman" panose="02020603050405020304" pitchFamily="18" charset="0"/>
                <a:cs typeface="Times New Roman" panose="02020603050405020304" pitchFamily="18" charset="0"/>
              </a:rPr>
              <a:t>STEAM MARKET ANALYSIS</a:t>
            </a:r>
            <a:endParaRPr sz="32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A0042E54-C505-D960-8554-A680DDE6120E}"/>
              </a:ext>
            </a:extLst>
          </p:cNvPr>
          <p:cNvSpPr txBox="1"/>
          <p:nvPr/>
        </p:nvSpPr>
        <p:spPr>
          <a:xfrm>
            <a:off x="9094839" y="4975123"/>
            <a:ext cx="2290916" cy="523220"/>
          </a:xfrm>
          <a:prstGeom prst="rect">
            <a:avLst/>
          </a:prstGeom>
          <a:noFill/>
        </p:spPr>
        <p:txBody>
          <a:bodyPr wrap="square" rtlCol="0">
            <a:spAutoFit/>
          </a:bodyPr>
          <a:lstStyle/>
          <a:p>
            <a:r>
              <a:rPr lang="en-US" dirty="0"/>
              <a:t>Name: Boddupally Kishore</a:t>
            </a:r>
          </a:p>
          <a:p>
            <a:r>
              <a:rPr lang="en-US" dirty="0"/>
              <a:t>Batch: 543</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0038343" cy="2308284"/>
          </a:xfrm>
          <a:prstGeom prst="rect">
            <a:avLst/>
          </a:prstGeom>
          <a:noFill/>
          <a:ln>
            <a:noFill/>
          </a:ln>
        </p:spPr>
        <p:txBody>
          <a:bodyPr spcFirstLastPara="1" wrap="square" lIns="91425" tIns="45700" rIns="91425" bIns="45700" anchor="t" anchorCtr="0">
            <a:spAutoFit/>
          </a:bodyPr>
          <a:lstStyle/>
          <a:p>
            <a:pPr marL="285750" indent="-323850" algn="just">
              <a:buClr>
                <a:schemeClr val="dk1"/>
              </a:buClr>
              <a:buSzPts val="2400"/>
              <a:buFont typeface="Arial"/>
              <a:buChar char="•"/>
            </a:pP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Boddupally Kishore</a:t>
            </a:r>
          </a:p>
          <a:p>
            <a:pPr marL="285750" indent="-323850" algn="just">
              <a:buClr>
                <a:schemeClr val="dk1"/>
              </a:buClr>
              <a:buSzPts val="2400"/>
              <a:buFont typeface="Arial"/>
              <a:buChar char="•"/>
            </a:pP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B-Tech in Mahaveer Institute of Science and Technology</a:t>
            </a:r>
          </a:p>
          <a:p>
            <a:pPr marL="285750" indent="-323850" algn="just">
              <a:buClr>
                <a:schemeClr val="dk1"/>
              </a:buClr>
              <a:buSzPts val="2400"/>
              <a:buFont typeface="Arial"/>
              <a:buChar char="•"/>
            </a:pP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I’ve </a:t>
            </a:r>
            <a:r>
              <a:rPr lang="en-IN" sz="2400" dirty="0" err="1">
                <a:solidFill>
                  <a:schemeClr val="dk1"/>
                </a:solidFill>
                <a:latin typeface="Times New Roman" panose="02020603050405020304" pitchFamily="18" charset="0"/>
                <a:ea typeface="Calibri"/>
                <a:cs typeface="Times New Roman" panose="02020603050405020304" pitchFamily="18" charset="0"/>
                <a:sym typeface="Calibri"/>
              </a:rPr>
              <a:t>choosen</a:t>
            </a:r>
            <a:r>
              <a:rPr lang="en-IN" sz="2400" dirty="0">
                <a:solidFill>
                  <a:schemeClr val="dk1"/>
                </a:solidFill>
                <a:latin typeface="Times New Roman" panose="02020603050405020304" pitchFamily="18" charset="0"/>
                <a:ea typeface="Calibri"/>
                <a:cs typeface="Times New Roman" panose="02020603050405020304" pitchFamily="18" charset="0"/>
                <a:sym typeface="Calibri"/>
              </a:rPr>
              <a:t> Data Analytics because </a:t>
            </a:r>
            <a:r>
              <a:rPr lang="en-US" sz="2400" dirty="0">
                <a:solidFill>
                  <a:schemeClr val="dk1"/>
                </a:solidFill>
                <a:latin typeface="Times New Roman" panose="02020603050405020304" pitchFamily="18" charset="0"/>
                <a:ea typeface="Calibri"/>
                <a:cs typeface="Times New Roman" panose="02020603050405020304" pitchFamily="18" charset="0"/>
                <a:sym typeface="Calibri"/>
              </a:rPr>
              <a:t>I like using data to answer business questions and help teams make better, faster decisions.</a:t>
            </a:r>
          </a:p>
          <a:p>
            <a:pPr marL="285750" indent="-323850" algn="just">
              <a:buClr>
                <a:schemeClr val="dk1"/>
              </a:buClr>
              <a:buSzPts val="2400"/>
              <a:buFont typeface="Arial"/>
              <a:buChar char="•"/>
            </a:pPr>
            <a:r>
              <a:rPr lang="en-US" sz="2400" b="1" dirty="0" err="1">
                <a:solidFill>
                  <a:schemeClr val="dk1"/>
                </a:solidFill>
                <a:latin typeface="Times New Roman" panose="02020603050405020304" pitchFamily="18" charset="0"/>
                <a:ea typeface="Calibri"/>
                <a:cs typeface="Times New Roman" panose="02020603050405020304" pitchFamily="18" charset="0"/>
                <a:sym typeface="Calibri"/>
              </a:rPr>
              <a:t>Linkedin</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 : </a:t>
            </a:r>
            <a:r>
              <a:rPr lang="en-IN" sz="2400" dirty="0">
                <a:latin typeface="Times New Roman" panose="02020603050405020304" pitchFamily="18" charset="0"/>
                <a:cs typeface="Times New Roman" panose="02020603050405020304" pitchFamily="18" charset="0"/>
                <a:hlinkClick r:id="rId3"/>
              </a:rPr>
              <a:t>www.linkedin.com/in/boddupally-kishore-27825a3b5</a:t>
            </a:r>
            <a:endParaRPr lang="en-US" sz="2400" b="1" dirty="0">
              <a:solidFill>
                <a:schemeClr val="dk1"/>
              </a:solidFill>
              <a:latin typeface="Times New Roman" panose="02020603050405020304" pitchFamily="18" charset="0"/>
              <a:ea typeface="Calibri"/>
              <a:cs typeface="Times New Roman" panose="02020603050405020304" pitchFamily="18" charset="0"/>
              <a:sym typeface="Calibri"/>
            </a:endParaRPr>
          </a:p>
          <a:p>
            <a:pPr marL="285750" indent="-323850" algn="just">
              <a:buClr>
                <a:schemeClr val="dk1"/>
              </a:buClr>
              <a:buSzPts val="2400"/>
              <a:buFont typeface="Arial"/>
              <a:buChar char="•"/>
            </a:pPr>
            <a:r>
              <a:rPr lang="en-US" sz="2400" b="1" dirty="0" err="1">
                <a:solidFill>
                  <a:schemeClr val="dk1"/>
                </a:solidFill>
                <a:latin typeface="Times New Roman" panose="02020603050405020304" pitchFamily="18" charset="0"/>
                <a:ea typeface="Calibri"/>
                <a:cs typeface="Times New Roman" panose="02020603050405020304" pitchFamily="18" charset="0"/>
                <a:sym typeface="Calibri"/>
              </a:rPr>
              <a:t>Github</a:t>
            </a:r>
            <a:r>
              <a:rPr lang="en-US" sz="2400" b="1" dirty="0">
                <a:solidFill>
                  <a:schemeClr val="dk1"/>
                </a:solidFill>
                <a:latin typeface="Times New Roman" panose="02020603050405020304" pitchFamily="18" charset="0"/>
                <a:ea typeface="Calibri"/>
                <a:cs typeface="Times New Roman" panose="02020603050405020304" pitchFamily="18" charset="0"/>
                <a:sym typeface="Calibri"/>
              </a:rPr>
              <a:t> : </a:t>
            </a:r>
            <a:r>
              <a:rPr lang="en-IN" sz="2400" dirty="0">
                <a:latin typeface="Times New Roman" panose="02020603050405020304" pitchFamily="18" charset="0"/>
                <a:cs typeface="Times New Roman" panose="02020603050405020304" pitchFamily="18" charset="0"/>
                <a:hlinkClick r:id="rId4"/>
              </a:rPr>
              <a:t>Kishore1Boddupalli (Kishore </a:t>
            </a:r>
            <a:r>
              <a:rPr lang="en-IN" sz="2400" dirty="0" err="1">
                <a:latin typeface="Times New Roman" panose="02020603050405020304" pitchFamily="18" charset="0"/>
                <a:cs typeface="Times New Roman" panose="02020603050405020304" pitchFamily="18" charset="0"/>
                <a:hlinkClick r:id="rId4"/>
              </a:rPr>
              <a:t>Boddupalli</a:t>
            </a:r>
            <a:r>
              <a:rPr lang="en-IN" sz="2400" dirty="0">
                <a:latin typeface="Times New Roman" panose="02020603050405020304" pitchFamily="18" charset="0"/>
                <a:cs typeface="Times New Roman" panose="02020603050405020304" pitchFamily="18" charset="0"/>
                <a:hlinkClick r:id="rId4"/>
              </a:rPr>
              <a:t>) · GitHub</a:t>
            </a:r>
            <a:endParaRPr lang="en-US" sz="2400" b="1"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05" name="Google Shape;105;p3"/>
          <p:cNvSpPr txBox="1"/>
          <p:nvPr/>
        </p:nvSpPr>
        <p:spPr>
          <a:xfrm>
            <a:off x="427655" y="416554"/>
            <a:ext cx="9876551" cy="486247"/>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 </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157316"/>
            <a:ext cx="10838526" cy="1186502"/>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0000"/>
              </a:buClr>
              <a:buSzPts val="4400"/>
              <a:buFont typeface="Calibri"/>
              <a:buNone/>
            </a:pPr>
            <a:r>
              <a:rPr lang="en-IN" b="1" dirty="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indent="-431800" algn="just">
              <a:buSzPts val="2400"/>
            </a:pPr>
            <a:r>
              <a:rPr lang="en-IN" altLang="en-US" sz="2400" dirty="0">
                <a:latin typeface="Times New Roman" panose="02020603050405020304" pitchFamily="18" charset="0"/>
                <a:cs typeface="Times New Roman" panose="02020603050405020304" pitchFamily="18" charset="0"/>
              </a:rPr>
              <a:t>Business Problem</a:t>
            </a:r>
          </a:p>
          <a:p>
            <a:pPr indent="-431800" algn="just">
              <a:buSzPts val="2400"/>
            </a:pPr>
            <a:r>
              <a:rPr lang="en-IN" altLang="en-US" sz="2400" dirty="0">
                <a:latin typeface="Times New Roman" panose="02020603050405020304" pitchFamily="18" charset="0"/>
                <a:cs typeface="Times New Roman" panose="02020603050405020304" pitchFamily="18" charset="0"/>
              </a:rPr>
              <a:t>Business Statement</a:t>
            </a:r>
          </a:p>
          <a:p>
            <a:pPr indent="-431800" algn="just">
              <a:buSzPts val="2400"/>
            </a:pPr>
            <a:r>
              <a:rPr lang="en-IN" altLang="en-US" sz="2400" dirty="0">
                <a:latin typeface="Times New Roman" panose="02020603050405020304" pitchFamily="18" charset="0"/>
                <a:cs typeface="Times New Roman" panose="02020603050405020304" pitchFamily="18" charset="0"/>
              </a:rPr>
              <a:t>Introduction</a:t>
            </a:r>
          </a:p>
          <a:p>
            <a:pPr indent="-431800" algn="just">
              <a:buSzPts val="2400"/>
            </a:pPr>
            <a:r>
              <a:rPr lang="en-IN" altLang="en-US" sz="2400" dirty="0">
                <a:latin typeface="Times New Roman" panose="02020603050405020304" pitchFamily="18" charset="0"/>
                <a:cs typeface="Times New Roman" panose="02020603050405020304" pitchFamily="18" charset="0"/>
              </a:rPr>
              <a:t>Dataset Overview</a:t>
            </a:r>
          </a:p>
          <a:p>
            <a:pPr indent="-431800" algn="just">
              <a:buSzPts val="2400"/>
            </a:pPr>
            <a:r>
              <a:rPr lang="en-IN" altLang="en-US" sz="2400" dirty="0">
                <a:latin typeface="Times New Roman" panose="02020603050405020304" pitchFamily="18" charset="0"/>
                <a:cs typeface="Times New Roman" panose="02020603050405020304" pitchFamily="18" charset="0"/>
              </a:rPr>
              <a:t>Analysis and Insights</a:t>
            </a:r>
          </a:p>
          <a:p>
            <a:pPr indent="-431800" algn="just">
              <a:buSzPts val="2400"/>
            </a:pPr>
            <a:r>
              <a:rPr lang="en-IN" altLang="en-US" sz="2400" dirty="0">
                <a:latin typeface="Times New Roman" panose="02020603050405020304" pitchFamily="18" charset="0"/>
                <a:cs typeface="Times New Roman" panose="02020603050405020304" pitchFamily="18" charset="0"/>
              </a:rPr>
              <a:t>Testing</a:t>
            </a:r>
          </a:p>
          <a:p>
            <a:pPr indent="-431800" algn="just">
              <a:buSzPts val="2400"/>
            </a:pPr>
            <a:r>
              <a:rPr lang="en-IN" altLang="en-US" sz="2400" dirty="0">
                <a:latin typeface="Times New Roman" panose="02020603050405020304" pitchFamily="18" charset="0"/>
                <a:cs typeface="Times New Roman" panose="02020603050405020304" pitchFamily="18" charset="0"/>
              </a:rPr>
              <a:t>Recommendations</a:t>
            </a:r>
          </a:p>
          <a:p>
            <a:pPr indent="-431800" algn="just">
              <a:buSzPts val="2400"/>
            </a:pPr>
            <a:r>
              <a:rPr lang="en-IN" altLang="en-US" sz="2400" dirty="0">
                <a:latin typeface="Times New Roman" panose="02020603050405020304" pitchFamily="18" charset="0"/>
                <a:cs typeface="Times New Roman" panose="02020603050405020304" pitchFamily="18" charset="0"/>
              </a:rPr>
              <a:t>Future Enhancements</a:t>
            </a:r>
          </a:p>
          <a:p>
            <a:pPr indent="-431800" algn="just">
              <a:buSzPts val="2400"/>
            </a:pPr>
            <a:r>
              <a:rPr lang="en-IN" altLang="en-US" sz="2400" dirty="0">
                <a:latin typeface="Times New Roman" panose="02020603050405020304" pitchFamily="18" charset="0"/>
                <a:cs typeface="Times New Roman" panose="02020603050405020304" pitchFamily="18" charset="0"/>
              </a:rPr>
              <a:t>Conclusion</a:t>
            </a:r>
          </a:p>
          <a:p>
            <a:pPr indent="-431800" algn="just">
              <a:buSzPts val="2400"/>
            </a:pPr>
            <a:r>
              <a:rPr lang="en-IN" altLang="en-US" sz="2400" dirty="0">
                <a:latin typeface="Times New Roman" panose="02020603050405020304" pitchFamily="18" charset="0"/>
                <a:cs typeface="Times New Roman" panose="02020603050405020304" pitchFamily="18" charset="0"/>
              </a:rPr>
              <a:t>Q&amp;A Slide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1C50-31B7-672E-9696-82F9D1DD3BE0}"/>
              </a:ext>
            </a:extLst>
          </p:cNvPr>
          <p:cNvSpPr>
            <a:spLocks noGrp="1"/>
          </p:cNvSpPr>
          <p:nvPr>
            <p:ph type="title"/>
          </p:nvPr>
        </p:nvSpPr>
        <p:spPr/>
        <p:txBody>
          <a:bodyPr/>
          <a:lstStyle/>
          <a:p>
            <a:pPr algn="ctr"/>
            <a:r>
              <a:rPr lang="en-IN" b="1" dirty="0">
                <a:solidFill>
                  <a:srgbClr val="FF0000"/>
                </a:solidFill>
              </a:rPr>
              <a:t> BUSINESS PROBLEM</a:t>
            </a:r>
            <a:endParaRPr lang="en-IN" dirty="0"/>
          </a:p>
        </p:txBody>
      </p:sp>
      <p:sp>
        <p:nvSpPr>
          <p:cNvPr id="3" name="Text Placeholder 2">
            <a:extLst>
              <a:ext uri="{FF2B5EF4-FFF2-40B4-BE49-F238E27FC236}">
                <a16:creationId xmlns:a16="http://schemas.microsoft.com/office/drawing/2014/main" id="{936D740C-AB57-4DC0-068F-F92F69DE83ED}"/>
              </a:ext>
            </a:extLst>
          </p:cNvPr>
          <p:cNvSpPr>
            <a:spLocks noGrp="1"/>
          </p:cNvSpPr>
          <p:nvPr>
            <p:ph type="body" idx="1"/>
          </p:nvPr>
        </p:nvSpPr>
        <p:spPr/>
        <p:txBody>
          <a:bodyPr>
            <a:normAutofit lnSpcReduction="1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Steam marketplace has thousands of games with no clear visibility on pricing patterns and discount trends.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There is lack of clarity on platform dominance and availability - which platform is most supported.</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Raw price and discount data makes it difficult to compare value-for-money games.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Absence of structured analysis on correlation between Original Price, Final Price and Discount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statistical estimation of average game pricing for the entire population.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781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E1E28-DD55-ED46-E338-FD495A5C2DDB}"/>
              </a:ext>
            </a:extLst>
          </p:cNvPr>
          <p:cNvSpPr>
            <a:spLocks noGrp="1"/>
          </p:cNvSpPr>
          <p:nvPr>
            <p:ph type="title"/>
          </p:nvPr>
        </p:nvSpPr>
        <p:spPr/>
        <p:txBody>
          <a:bodyPr/>
          <a:lstStyle/>
          <a:p>
            <a:pPr algn="ctr"/>
            <a:r>
              <a:rPr lang="en-IN" b="1" dirty="0">
                <a:solidFill>
                  <a:srgbClr val="FF0000"/>
                </a:solidFill>
              </a:rPr>
              <a:t>BUSINESS STATEMENT</a:t>
            </a:r>
            <a:endParaRPr lang="en-IN" dirty="0"/>
          </a:p>
        </p:txBody>
      </p:sp>
      <p:sp>
        <p:nvSpPr>
          <p:cNvPr id="3" name="Text Placeholder 2">
            <a:extLst>
              <a:ext uri="{FF2B5EF4-FFF2-40B4-BE49-F238E27FC236}">
                <a16:creationId xmlns:a16="http://schemas.microsoft.com/office/drawing/2014/main" id="{178B0F4D-3489-4A85-B921-8AA6702D6DF6}"/>
              </a:ext>
            </a:extLst>
          </p:cNvPr>
          <p:cNvSpPr>
            <a:spLocks noGrp="1"/>
          </p:cNvSpPr>
          <p:nvPr>
            <p:ph type="body"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project analyzes Steam game listings to understand how Original Price, Discount, Final Price and Platform influence market positioning.</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analysis converts scattered game data into a structured market view, enabling comparison across platforms and pricing models.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It aims to turn raw Steam data into actionable insights for better pricing and decision-making.</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084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DFDB6-5927-350C-ECCC-E25BDEB1CB6E}"/>
              </a:ext>
            </a:extLst>
          </p:cNvPr>
          <p:cNvSpPr>
            <a:spLocks noGrp="1"/>
          </p:cNvSpPr>
          <p:nvPr>
            <p:ph type="title"/>
          </p:nvPr>
        </p:nvSpPr>
        <p:spPr/>
        <p:txBody>
          <a:bodyPr/>
          <a:lstStyle/>
          <a:p>
            <a:pPr algn="ctr"/>
            <a:r>
              <a:rPr lang="en-US" b="1" dirty="0">
                <a:solidFill>
                  <a:srgbClr val="FF0000"/>
                </a:solidFill>
              </a:rPr>
              <a:t>I</a:t>
            </a:r>
            <a:r>
              <a:rPr lang="en-IN" b="1" dirty="0">
                <a:solidFill>
                  <a:srgbClr val="FF0000"/>
                </a:solidFill>
              </a:rPr>
              <a:t>NTRODUCTION</a:t>
            </a:r>
            <a:endParaRPr lang="en-IN" dirty="0"/>
          </a:p>
        </p:txBody>
      </p:sp>
      <p:sp>
        <p:nvSpPr>
          <p:cNvPr id="3" name="Text Placeholder 2">
            <a:extLst>
              <a:ext uri="{FF2B5EF4-FFF2-40B4-BE49-F238E27FC236}">
                <a16:creationId xmlns:a16="http://schemas.microsoft.com/office/drawing/2014/main" id="{C1F3E44D-B430-C49C-3A08-BA89FF0C425A}"/>
              </a:ext>
            </a:extLst>
          </p:cNvPr>
          <p:cNvSpPr>
            <a:spLocks noGrp="1"/>
          </p:cNvSpPr>
          <p:nvPr>
            <p:ph type="body" idx="1"/>
          </p:nvPr>
        </p:nvSpPr>
        <p:spPr/>
        <p:txBody>
          <a:bodyPr>
            <a:normAutofit lnSpcReduction="10000"/>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Steam is the largest PC gaming platform with games ranging from free-to-play to premium AAA titles.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Each listing contains price, discount %, final price, platform support (Windows/Mac/Linux) and release date.</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global gaming market is growing rapidly, with pricing and discounts playing a key role in purchase decisions.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Understanding platform availability is crucial as gamers use different operating systems.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project uses those attributes to examine pricing, discount behavior and platform strategy to reveal market trends.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5334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2C124-2E83-85BB-4BCA-6AA920B88A63}"/>
              </a:ext>
            </a:extLst>
          </p:cNvPr>
          <p:cNvSpPr>
            <a:spLocks noGrp="1"/>
          </p:cNvSpPr>
          <p:nvPr>
            <p:ph type="title"/>
          </p:nvPr>
        </p:nvSpPr>
        <p:spPr/>
        <p:txBody>
          <a:bodyPr/>
          <a:lstStyle/>
          <a:p>
            <a:pPr algn="ctr"/>
            <a:r>
              <a:rPr lang="en-IN" b="1" dirty="0">
                <a:solidFill>
                  <a:srgbClr val="FF0000"/>
                </a:solidFill>
              </a:rPr>
              <a:t> DATASET OVERVIEW</a:t>
            </a:r>
            <a:endParaRPr lang="en-IN" dirty="0"/>
          </a:p>
        </p:txBody>
      </p:sp>
      <p:sp>
        <p:nvSpPr>
          <p:cNvPr id="3" name="Text Placeholder 2">
            <a:extLst>
              <a:ext uri="{FF2B5EF4-FFF2-40B4-BE49-F238E27FC236}">
                <a16:creationId xmlns:a16="http://schemas.microsoft.com/office/drawing/2014/main" id="{D7ADCA6F-B761-9D97-CB40-D4DB55E2B5EA}"/>
              </a:ext>
            </a:extLst>
          </p:cNvPr>
          <p:cNvSpPr>
            <a:spLocks noGrp="1"/>
          </p:cNvSpPr>
          <p:nvPr>
            <p:ph type="body"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Title - Name of the game</a:t>
            </a: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Original_Price</a:t>
            </a:r>
            <a:r>
              <a:rPr lang="en-US" dirty="0">
                <a:latin typeface="Times New Roman" panose="02020603050405020304" pitchFamily="18" charset="0"/>
                <a:cs typeface="Times New Roman" panose="02020603050405020304" pitchFamily="18" charset="0"/>
              </a:rPr>
              <a:t> - Initial price before discount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Discount - Discount % offered (0-90%)</a:t>
            </a: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Final_Price</a:t>
            </a:r>
            <a:r>
              <a:rPr lang="en-US" dirty="0">
                <a:latin typeface="Times New Roman" panose="02020603050405020304" pitchFamily="18" charset="0"/>
                <a:cs typeface="Times New Roman" panose="02020603050405020304" pitchFamily="18" charset="0"/>
              </a:rPr>
              <a:t> / Price - Price after discount</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Platform - Windows / Mac / Linux support</a:t>
            </a:r>
          </a:p>
          <a:p>
            <a:pPr algn="jus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Released_On</a:t>
            </a:r>
            <a:r>
              <a:rPr lang="en-US" dirty="0">
                <a:latin typeface="Times New Roman" panose="02020603050405020304" pitchFamily="18" charset="0"/>
                <a:cs typeface="Times New Roman" panose="02020603050405020304" pitchFamily="18" charset="0"/>
              </a:rPr>
              <a:t> - Game release year</a:t>
            </a:r>
          </a:p>
        </p:txBody>
      </p:sp>
    </p:spTree>
    <p:extLst>
      <p:ext uri="{BB962C8B-B14F-4D97-AF65-F5344CB8AC3E}">
        <p14:creationId xmlns:p14="http://schemas.microsoft.com/office/powerpoint/2010/main" val="1369498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A780-6FB1-4A04-9965-6A9DC62AB5B9}"/>
              </a:ext>
            </a:extLst>
          </p:cNvPr>
          <p:cNvSpPr>
            <a:spLocks noGrp="1"/>
          </p:cNvSpPr>
          <p:nvPr>
            <p:ph type="title"/>
          </p:nvPr>
        </p:nvSpPr>
        <p:spPr>
          <a:xfrm>
            <a:off x="838200" y="216311"/>
            <a:ext cx="10515600" cy="1170038"/>
          </a:xfrm>
        </p:spPr>
        <p:txBody>
          <a:bodyPr/>
          <a:lstStyle/>
          <a:p>
            <a:pPr algn="ctr"/>
            <a:r>
              <a:rPr lang="en-US" b="1" dirty="0">
                <a:solidFill>
                  <a:srgbClr val="FF0000"/>
                </a:solidFill>
              </a:rPr>
              <a:t>U</a:t>
            </a:r>
            <a:r>
              <a:rPr lang="en-IN" b="1" dirty="0">
                <a:solidFill>
                  <a:srgbClr val="FF0000"/>
                </a:solidFill>
              </a:rPr>
              <a:t>NI-VARIATE ANALYSIS</a:t>
            </a:r>
            <a:endParaRPr lang="en-IN" dirty="0"/>
          </a:p>
        </p:txBody>
      </p:sp>
      <p:sp>
        <p:nvSpPr>
          <p:cNvPr id="3" name="Text Placeholder 2">
            <a:extLst>
              <a:ext uri="{FF2B5EF4-FFF2-40B4-BE49-F238E27FC236}">
                <a16:creationId xmlns:a16="http://schemas.microsoft.com/office/drawing/2014/main" id="{4D001DCC-D549-33F6-D506-F729627FDCAC}"/>
              </a:ext>
            </a:extLst>
          </p:cNvPr>
          <p:cNvSpPr>
            <a:spLocks noGrp="1"/>
          </p:cNvSpPr>
          <p:nvPr>
            <p:ph type="body" idx="1"/>
          </p:nvPr>
        </p:nvSpPr>
        <p:spPr>
          <a:xfrm>
            <a:off x="838200" y="1386348"/>
            <a:ext cx="10515600" cy="4790615"/>
          </a:xfrm>
        </p:spPr>
        <p:txBody>
          <a:bodyPr/>
          <a:lstStyle/>
          <a:p>
            <a:pPr algn="just"/>
            <a:r>
              <a:rPr lang="en-US" b="1" dirty="0">
                <a:latin typeface="Times New Roman" panose="02020603050405020304" pitchFamily="18" charset="0"/>
                <a:cs typeface="Times New Roman" panose="02020603050405020304" pitchFamily="18" charset="0"/>
              </a:rPr>
              <a:t>Which platform is most supported by Steam games?</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A5BC863-356B-41C4-FE8F-86CD40EC6AEA}"/>
              </a:ext>
            </a:extLst>
          </p:cNvPr>
          <p:cNvPicPr>
            <a:picLocks noChangeAspect="1"/>
          </p:cNvPicPr>
          <p:nvPr/>
        </p:nvPicPr>
        <p:blipFill>
          <a:blip r:embed="rId2"/>
          <a:stretch>
            <a:fillRect/>
          </a:stretch>
        </p:blipFill>
        <p:spPr>
          <a:xfrm>
            <a:off x="1307690" y="2133601"/>
            <a:ext cx="4788310" cy="3805083"/>
          </a:xfrm>
          <a:prstGeom prst="rect">
            <a:avLst/>
          </a:prstGeom>
        </p:spPr>
      </p:pic>
      <p:sp>
        <p:nvSpPr>
          <p:cNvPr id="6" name="TextBox 5">
            <a:extLst>
              <a:ext uri="{FF2B5EF4-FFF2-40B4-BE49-F238E27FC236}">
                <a16:creationId xmlns:a16="http://schemas.microsoft.com/office/drawing/2014/main" id="{614E3248-A9DB-910B-09B4-8C8942CC3576}"/>
              </a:ext>
            </a:extLst>
          </p:cNvPr>
          <p:cNvSpPr txBox="1"/>
          <p:nvPr/>
        </p:nvSpPr>
        <p:spPr>
          <a:xfrm>
            <a:off x="7502012" y="2644170"/>
            <a:ext cx="3667433" cy="1569660"/>
          </a:xfrm>
          <a:prstGeom prst="rect">
            <a:avLst/>
          </a:prstGeom>
          <a:noFill/>
        </p:spPr>
        <p:txBody>
          <a:bodyPr wrap="square" rtlCol="0">
            <a:spAutoFit/>
          </a:bodyPr>
          <a:lstStyle/>
          <a:p>
            <a:r>
              <a:rPr lang="en-US" sz="2000" b="1" dirty="0"/>
              <a:t>INSIGHT:</a:t>
            </a:r>
          </a:p>
          <a:p>
            <a:endParaRPr lang="en-US" sz="2000" b="1" dirty="0"/>
          </a:p>
          <a:p>
            <a:r>
              <a:rPr lang="en-US" dirty="0"/>
              <a:t>Windows - 100%,</a:t>
            </a:r>
          </a:p>
          <a:p>
            <a:r>
              <a:rPr lang="en-US" dirty="0"/>
              <a:t> Mac – 25.82%, </a:t>
            </a:r>
          </a:p>
          <a:p>
            <a:r>
              <a:rPr lang="en-US" dirty="0"/>
              <a:t>Linux – 16.53%. </a:t>
            </a:r>
          </a:p>
          <a:p>
            <a:r>
              <a:rPr lang="en-US" dirty="0"/>
              <a:t>So Windows is the universal platform.</a:t>
            </a:r>
            <a:endParaRPr lang="en-IN" dirty="0"/>
          </a:p>
        </p:txBody>
      </p:sp>
    </p:spTree>
    <p:extLst>
      <p:ext uri="{BB962C8B-B14F-4D97-AF65-F5344CB8AC3E}">
        <p14:creationId xmlns:p14="http://schemas.microsoft.com/office/powerpoint/2010/main" val="2854129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CE0C9-B5D8-129D-47F1-0083B4F0E538}"/>
              </a:ext>
            </a:extLst>
          </p:cNvPr>
          <p:cNvSpPr>
            <a:spLocks noGrp="1"/>
          </p:cNvSpPr>
          <p:nvPr>
            <p:ph type="title"/>
          </p:nvPr>
        </p:nvSpPr>
        <p:spPr/>
        <p:txBody>
          <a:bodyPr/>
          <a:lstStyle/>
          <a:p>
            <a:pPr algn="ctr"/>
            <a:r>
              <a:rPr lang="en-US" b="1" dirty="0">
                <a:solidFill>
                  <a:srgbClr val="FF0000"/>
                </a:solidFill>
              </a:rPr>
              <a:t>B</a:t>
            </a:r>
            <a:r>
              <a:rPr lang="en-IN" b="1" dirty="0">
                <a:solidFill>
                  <a:srgbClr val="FF0000"/>
                </a:solidFill>
              </a:rPr>
              <a:t>I-VARIATE ANALYSIS</a:t>
            </a:r>
            <a:endParaRPr lang="en-IN" dirty="0"/>
          </a:p>
        </p:txBody>
      </p:sp>
      <p:sp>
        <p:nvSpPr>
          <p:cNvPr id="3" name="Text Placeholder 2">
            <a:extLst>
              <a:ext uri="{FF2B5EF4-FFF2-40B4-BE49-F238E27FC236}">
                <a16:creationId xmlns:a16="http://schemas.microsoft.com/office/drawing/2014/main" id="{4BC144EE-0DDB-52BD-7B80-A808531E8324}"/>
              </a:ext>
            </a:extLst>
          </p:cNvPr>
          <p:cNvSpPr>
            <a:spLocks noGrp="1"/>
          </p:cNvSpPr>
          <p:nvPr>
            <p:ph type="body" idx="1"/>
          </p:nvPr>
        </p:nvSpPr>
        <p:spPr/>
        <p:txBody>
          <a:bodyPr/>
          <a:lstStyle/>
          <a:p>
            <a:pPr algn="just"/>
            <a:r>
              <a:rPr lang="en-US" b="1" dirty="0">
                <a:latin typeface="Times New Roman" panose="02020603050405020304" pitchFamily="18" charset="0"/>
                <a:cs typeface="Times New Roman" panose="02020603050405020304" pitchFamily="18" charset="0"/>
              </a:rPr>
              <a:t>What is the relationship between Discount and Original Price?</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CA78471-2DEF-966A-1459-4EFC613B97E3}"/>
              </a:ext>
            </a:extLst>
          </p:cNvPr>
          <p:cNvPicPr>
            <a:picLocks noChangeAspect="1"/>
          </p:cNvPicPr>
          <p:nvPr/>
        </p:nvPicPr>
        <p:blipFill>
          <a:blip r:embed="rId2"/>
          <a:stretch>
            <a:fillRect/>
          </a:stretch>
        </p:blipFill>
        <p:spPr>
          <a:xfrm>
            <a:off x="1142571" y="2404687"/>
            <a:ext cx="4953429" cy="3680779"/>
          </a:xfrm>
          <a:prstGeom prst="rect">
            <a:avLst/>
          </a:prstGeom>
        </p:spPr>
      </p:pic>
      <p:sp>
        <p:nvSpPr>
          <p:cNvPr id="6" name="TextBox 5">
            <a:extLst>
              <a:ext uri="{FF2B5EF4-FFF2-40B4-BE49-F238E27FC236}">
                <a16:creationId xmlns:a16="http://schemas.microsoft.com/office/drawing/2014/main" id="{15E0295C-52F8-8BEB-80AF-D119E0AAC87F}"/>
              </a:ext>
            </a:extLst>
          </p:cNvPr>
          <p:cNvSpPr txBox="1"/>
          <p:nvPr/>
        </p:nvSpPr>
        <p:spPr>
          <a:xfrm>
            <a:off x="7403691" y="2691145"/>
            <a:ext cx="3136490" cy="3600986"/>
          </a:xfrm>
          <a:prstGeom prst="rect">
            <a:avLst/>
          </a:prstGeom>
          <a:noFill/>
        </p:spPr>
        <p:txBody>
          <a:bodyPr wrap="square" rtlCol="0">
            <a:spAutoFit/>
          </a:bodyPr>
          <a:lstStyle/>
          <a:p>
            <a:r>
              <a:rPr lang="en-US" sz="2000" b="1" dirty="0"/>
              <a:t>INSIGHT:</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Presence of Major Outlier</a:t>
            </a:r>
            <a:r>
              <a:rPr lang="en-US" sz="1600" dirty="0">
                <a:latin typeface="Times New Roman" panose="02020603050405020304" pitchFamily="18" charset="0"/>
                <a:cs typeface="Times New Roman" panose="02020603050405020304" pitchFamily="18" charset="0"/>
              </a:rPr>
              <a:t>: One product at 0% Discount has </a:t>
            </a:r>
            <a:r>
              <a:rPr lang="en-US" sz="1600" dirty="0" err="1">
                <a:latin typeface="Times New Roman" panose="02020603050405020304" pitchFamily="18" charset="0"/>
                <a:cs typeface="Times New Roman" panose="02020603050405020304" pitchFamily="18" charset="0"/>
              </a:rPr>
              <a:t>Original_Price</a:t>
            </a:r>
            <a:r>
              <a:rPr lang="en-US" sz="1600" dirty="0">
                <a:latin typeface="Times New Roman" panose="02020603050405020304" pitchFamily="18" charset="0"/>
                <a:cs typeface="Times New Roman" panose="02020603050405020304" pitchFamily="18" charset="0"/>
              </a:rPr>
              <a:t> of ∼16,500, with 2 more at ∼7,500-8,000, indicating a global outlier that will skew analysis</a:t>
            </a:r>
          </a:p>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 Correlation</a:t>
            </a:r>
            <a:r>
              <a:rPr lang="en-US" sz="1600" dirty="0">
                <a:latin typeface="Times New Roman" panose="02020603050405020304" pitchFamily="18" charset="0"/>
                <a:cs typeface="Times New Roman" panose="02020603050405020304" pitchFamily="18" charset="0"/>
              </a:rPr>
              <a:t>: Discount and </a:t>
            </a:r>
            <a:r>
              <a:rPr lang="en-US" sz="1600" dirty="0" err="1">
                <a:latin typeface="Times New Roman" panose="02020603050405020304" pitchFamily="18" charset="0"/>
                <a:cs typeface="Times New Roman" panose="02020603050405020304" pitchFamily="18" charset="0"/>
              </a:rPr>
              <a:t>Original_Price</a:t>
            </a:r>
            <a:r>
              <a:rPr lang="en-US" sz="1600" dirty="0">
                <a:latin typeface="Times New Roman" panose="02020603050405020304" pitchFamily="18" charset="0"/>
                <a:cs typeface="Times New Roman" panose="02020603050405020304" pitchFamily="18" charset="0"/>
              </a:rPr>
              <a:t> show no relationship - products from 500 to 6,000 are given random discounts from 10% to 90%, showing discount is independent of price</a:t>
            </a:r>
            <a:r>
              <a:rPr lang="en-US" sz="1200" dirty="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7925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E4CF-897F-A10F-C8FC-F54ECA392448}"/>
              </a:ext>
            </a:extLst>
          </p:cNvPr>
          <p:cNvSpPr>
            <a:spLocks noGrp="1"/>
          </p:cNvSpPr>
          <p:nvPr>
            <p:ph type="title"/>
          </p:nvPr>
        </p:nvSpPr>
        <p:spPr/>
        <p:txBody>
          <a:bodyPr/>
          <a:lstStyle/>
          <a:p>
            <a:pPr algn="ctr"/>
            <a:r>
              <a:rPr lang="en-US" b="1" dirty="0">
                <a:solidFill>
                  <a:srgbClr val="FF0000"/>
                </a:solidFill>
              </a:rPr>
              <a:t>B</a:t>
            </a:r>
            <a:r>
              <a:rPr lang="en-IN" b="1" dirty="0">
                <a:solidFill>
                  <a:srgbClr val="FF0000"/>
                </a:solidFill>
              </a:rPr>
              <a:t>I-VARIATE ANALYSIS</a:t>
            </a:r>
            <a:endParaRPr lang="en-IN" dirty="0"/>
          </a:p>
        </p:txBody>
      </p:sp>
      <p:sp>
        <p:nvSpPr>
          <p:cNvPr id="3" name="Text Placeholder 2">
            <a:extLst>
              <a:ext uri="{FF2B5EF4-FFF2-40B4-BE49-F238E27FC236}">
                <a16:creationId xmlns:a16="http://schemas.microsoft.com/office/drawing/2014/main" id="{6CF550AB-F0FD-92FB-F481-F9313DF68FEC}"/>
              </a:ext>
            </a:extLst>
          </p:cNvPr>
          <p:cNvSpPr>
            <a:spLocks noGrp="1"/>
          </p:cNvSpPr>
          <p:nvPr>
            <p:ph type="body" idx="1"/>
          </p:nvPr>
        </p:nvSpPr>
        <p:spPr>
          <a:xfrm>
            <a:off x="838200" y="1592826"/>
            <a:ext cx="10515600" cy="4584137"/>
          </a:xfrm>
        </p:spPr>
        <p:txBody>
          <a:bodyPr/>
          <a:lstStyle/>
          <a:p>
            <a:pPr algn="just"/>
            <a:r>
              <a:rPr lang="en-US" b="1" dirty="0">
                <a:latin typeface="Times New Roman" panose="02020603050405020304" pitchFamily="18" charset="0"/>
                <a:cs typeface="Times New Roman" panose="02020603050405020304" pitchFamily="18" charset="0"/>
              </a:rPr>
              <a:t>What is trend analysis of games released over the years?</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E1BD60F-D6FE-109A-3115-4229F4DBD1D6}"/>
              </a:ext>
            </a:extLst>
          </p:cNvPr>
          <p:cNvPicPr>
            <a:picLocks noChangeAspect="1"/>
          </p:cNvPicPr>
          <p:nvPr/>
        </p:nvPicPr>
        <p:blipFill>
          <a:blip r:embed="rId2"/>
          <a:stretch>
            <a:fillRect/>
          </a:stretch>
        </p:blipFill>
        <p:spPr>
          <a:xfrm>
            <a:off x="1421416" y="2435219"/>
            <a:ext cx="4747671" cy="3741744"/>
          </a:xfrm>
          <a:prstGeom prst="rect">
            <a:avLst/>
          </a:prstGeom>
        </p:spPr>
      </p:pic>
      <p:sp>
        <p:nvSpPr>
          <p:cNvPr id="10" name="TextBox 9">
            <a:extLst>
              <a:ext uri="{FF2B5EF4-FFF2-40B4-BE49-F238E27FC236}">
                <a16:creationId xmlns:a16="http://schemas.microsoft.com/office/drawing/2014/main" id="{5292D680-8B85-20B2-BD95-3ADE7C3DD015}"/>
              </a:ext>
            </a:extLst>
          </p:cNvPr>
          <p:cNvSpPr txBox="1"/>
          <p:nvPr/>
        </p:nvSpPr>
        <p:spPr>
          <a:xfrm>
            <a:off x="6908063" y="2703870"/>
            <a:ext cx="3706761" cy="2862322"/>
          </a:xfrm>
          <a:prstGeom prst="rect">
            <a:avLst/>
          </a:prstGeom>
          <a:noFill/>
        </p:spPr>
        <p:txBody>
          <a:bodyPr wrap="square" rtlCol="0">
            <a:spAutoFit/>
          </a:bodyPr>
          <a:lstStyle/>
          <a:p>
            <a:pPr algn="just"/>
            <a:r>
              <a:rPr lang="en-US" sz="2000" b="1" dirty="0">
                <a:solidFill>
                  <a:schemeClr val="accent5">
                    <a:lumMod val="50000"/>
                  </a:schemeClr>
                </a:solidFill>
                <a:latin typeface="Times New Roman" panose="02020603050405020304" pitchFamily="18" charset="0"/>
                <a:cs typeface="Times New Roman" panose="02020603050405020304" pitchFamily="18" charset="0"/>
              </a:rPr>
              <a:t>INSIGHTS:</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Continuous Growth: From 1 game in 1998 to 427 games in 2026, showing massive growth of Steam platform</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Fastest Growth Phase: After 2020, count has approximately tripled - from 84 in 2020 to 246 in 2025</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Highest Release Year is 2026: With 427 games, indicating a huge upcoming lineup / pre-registered games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1453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4E857-F8D6-DD6A-8113-27DF3C06079D}"/>
              </a:ext>
            </a:extLst>
          </p:cNvPr>
          <p:cNvSpPr>
            <a:spLocks noGrp="1"/>
          </p:cNvSpPr>
          <p:nvPr>
            <p:ph type="title"/>
          </p:nvPr>
        </p:nvSpPr>
        <p:spPr/>
        <p:txBody>
          <a:bodyPr/>
          <a:lstStyle/>
          <a:p>
            <a:pPr algn="ctr"/>
            <a:r>
              <a:rPr lang="en-US" b="1" dirty="0">
                <a:solidFill>
                  <a:srgbClr val="FF0000"/>
                </a:solidFill>
              </a:rPr>
              <a:t>MULT</a:t>
            </a:r>
            <a:r>
              <a:rPr lang="en-IN" b="1" dirty="0">
                <a:solidFill>
                  <a:srgbClr val="FF0000"/>
                </a:solidFill>
              </a:rPr>
              <a:t>I-VARIATE ANALYSIS</a:t>
            </a:r>
            <a:endParaRPr lang="en-IN" dirty="0"/>
          </a:p>
        </p:txBody>
      </p:sp>
      <p:sp>
        <p:nvSpPr>
          <p:cNvPr id="3" name="Text Placeholder 2">
            <a:extLst>
              <a:ext uri="{FF2B5EF4-FFF2-40B4-BE49-F238E27FC236}">
                <a16:creationId xmlns:a16="http://schemas.microsoft.com/office/drawing/2014/main" id="{B42E5512-06AC-264B-87DC-8C4109783D16}"/>
              </a:ext>
            </a:extLst>
          </p:cNvPr>
          <p:cNvSpPr>
            <a:spLocks noGrp="1"/>
          </p:cNvSpPr>
          <p:nvPr>
            <p:ph type="body" idx="1"/>
          </p:nvPr>
        </p:nvSpPr>
        <p:spPr/>
        <p:txBody>
          <a:bodyPr/>
          <a:lstStyle/>
          <a:p>
            <a:pPr algn="just"/>
            <a:r>
              <a:rPr lang="en-US" b="1" dirty="0">
                <a:latin typeface="Times New Roman" panose="02020603050405020304" pitchFamily="18" charset="0"/>
                <a:cs typeface="Times New Roman" panose="02020603050405020304" pitchFamily="18" charset="0"/>
              </a:rPr>
              <a:t>What is the correlation among numeric columns?</a:t>
            </a:r>
            <a:endParaRPr lang="en-IN"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8B5A084-28CA-B9CC-86F0-5C0D9CD492E0}"/>
              </a:ext>
            </a:extLst>
          </p:cNvPr>
          <p:cNvPicPr>
            <a:picLocks noChangeAspect="1"/>
          </p:cNvPicPr>
          <p:nvPr/>
        </p:nvPicPr>
        <p:blipFill>
          <a:blip r:embed="rId2"/>
          <a:stretch>
            <a:fillRect/>
          </a:stretch>
        </p:blipFill>
        <p:spPr>
          <a:xfrm>
            <a:off x="1297541" y="2558940"/>
            <a:ext cx="4503810" cy="3490262"/>
          </a:xfrm>
          <a:prstGeom prst="rect">
            <a:avLst/>
          </a:prstGeom>
        </p:spPr>
      </p:pic>
      <p:sp>
        <p:nvSpPr>
          <p:cNvPr id="6" name="TextBox 5">
            <a:extLst>
              <a:ext uri="{FF2B5EF4-FFF2-40B4-BE49-F238E27FC236}">
                <a16:creationId xmlns:a16="http://schemas.microsoft.com/office/drawing/2014/main" id="{E9D9CB9D-AAE8-219A-5FE7-D743B53A41E9}"/>
              </a:ext>
            </a:extLst>
          </p:cNvPr>
          <p:cNvSpPr txBox="1"/>
          <p:nvPr/>
        </p:nvSpPr>
        <p:spPr>
          <a:xfrm>
            <a:off x="7374193" y="2858729"/>
            <a:ext cx="3274459" cy="2616101"/>
          </a:xfrm>
          <a:prstGeom prst="rect">
            <a:avLst/>
          </a:prstGeom>
          <a:noFill/>
        </p:spPr>
        <p:txBody>
          <a:bodyPr wrap="square" rtlCol="0">
            <a:spAutoFit/>
          </a:bodyPr>
          <a:lstStyle/>
          <a:p>
            <a:r>
              <a:rPr lang="en-US" sz="2000" b="1" dirty="0"/>
              <a:t>INSIGHT:</a:t>
            </a:r>
          </a:p>
          <a:p>
            <a:pPr marL="285750" indent="-285750">
              <a:buFont typeface="Arial" panose="020B0604020202020204" pitchFamily="34" charset="0"/>
              <a:buChar char="•"/>
            </a:pPr>
            <a:r>
              <a:rPr lang="en-US" sz="1600" dirty="0"/>
              <a:t>Original vs Final = 0.81 (Strong) - Final price is highly dependent on Original price</a:t>
            </a:r>
          </a:p>
          <a:p>
            <a:pPr marL="285750" indent="-285750">
              <a:buFont typeface="Arial" panose="020B0604020202020204" pitchFamily="34" charset="0"/>
              <a:buChar char="•"/>
            </a:pPr>
            <a:r>
              <a:rPr lang="en-US" sz="1600" dirty="0"/>
              <a:t> Discount vs Final = -0.27 (Negative) - As discount increases, final price decreases</a:t>
            </a:r>
          </a:p>
          <a:p>
            <a:pPr marL="285750" indent="-285750">
              <a:buFont typeface="Arial" panose="020B0604020202020204" pitchFamily="34" charset="0"/>
              <a:buChar char="•"/>
            </a:pPr>
            <a:r>
              <a:rPr lang="en-US" sz="1600" dirty="0"/>
              <a:t>Discount vs Original = 0.21 (Weak) - No strong relation</a:t>
            </a:r>
            <a:endParaRPr lang="en-IN" sz="1600" dirty="0"/>
          </a:p>
        </p:txBody>
      </p:sp>
    </p:spTree>
    <p:extLst>
      <p:ext uri="{BB962C8B-B14F-4D97-AF65-F5344CB8AC3E}">
        <p14:creationId xmlns:p14="http://schemas.microsoft.com/office/powerpoint/2010/main" val="429486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3F497-4B06-5DB7-4DC2-030189F08ED7}"/>
              </a:ext>
            </a:extLst>
          </p:cNvPr>
          <p:cNvSpPr>
            <a:spLocks noGrp="1"/>
          </p:cNvSpPr>
          <p:nvPr>
            <p:ph type="title"/>
          </p:nvPr>
        </p:nvSpPr>
        <p:spPr/>
        <p:txBody>
          <a:bodyPr/>
          <a:lstStyle/>
          <a:p>
            <a:pPr algn="ctr"/>
            <a:r>
              <a:rPr lang="en-IN" b="1" dirty="0">
                <a:solidFill>
                  <a:srgbClr val="FF0000"/>
                </a:solidFill>
              </a:rPr>
              <a:t> TESTING</a:t>
            </a:r>
            <a:endParaRPr lang="en-IN" dirty="0"/>
          </a:p>
        </p:txBody>
      </p:sp>
      <p:sp>
        <p:nvSpPr>
          <p:cNvPr id="3" name="Text Placeholder 2">
            <a:extLst>
              <a:ext uri="{FF2B5EF4-FFF2-40B4-BE49-F238E27FC236}">
                <a16:creationId xmlns:a16="http://schemas.microsoft.com/office/drawing/2014/main" id="{D9AED689-430A-A45D-7250-E47F3CA8D26B}"/>
              </a:ext>
            </a:extLst>
          </p:cNvPr>
          <p:cNvSpPr>
            <a:spLocks noGrp="1"/>
          </p:cNvSpPr>
          <p:nvPr>
            <p:ph type="body" idx="1"/>
          </p:nvPr>
        </p:nvSpPr>
        <p:spPr/>
        <p:txBody>
          <a:bodyPr>
            <a:normAutofit/>
          </a:bodyPr>
          <a:lstStyle/>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OBJECTIVE: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To test how games are distributed across platforms.</a:t>
            </a:r>
          </a:p>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Hypothesis Framed:</a:t>
            </a:r>
          </a:p>
          <a:p>
            <a:pPr algn="just">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H0 (Null):</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Games are equally distributed across all platforms.</a:t>
            </a:r>
          </a:p>
          <a:p>
            <a:pPr algn="just">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H1 (Alternate):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Games are NOT equally distributed, one platform dominates.</a:t>
            </a:r>
          </a:p>
          <a:p>
            <a:pPr algn="just">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TEST PERFORMED: Chi-Square</a:t>
            </a:r>
          </a:p>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INTERPRETATION: </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The distribution is NOT uniform. There is a statistically significant difference between platforms. Windows has a significantly higher number of games compared to Linux and Mac. This proves Windows is the dominant platform in the Steam dataset and the difference is not due to random chance.</a:t>
            </a:r>
          </a:p>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CONCLUSION: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Since P-Value &lt; 0.05, we Reject H0 and we can conclude that games are not equally distributed.</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2526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B483E-0B9E-43B2-3C0A-9925BA49048F}"/>
              </a:ext>
            </a:extLst>
          </p:cNvPr>
          <p:cNvSpPr>
            <a:spLocks noGrp="1"/>
          </p:cNvSpPr>
          <p:nvPr>
            <p:ph type="title"/>
          </p:nvPr>
        </p:nvSpPr>
        <p:spPr/>
        <p:txBody>
          <a:bodyPr/>
          <a:lstStyle/>
          <a:p>
            <a:pPr algn="ctr"/>
            <a:r>
              <a:rPr lang="en-IN" b="1" dirty="0">
                <a:solidFill>
                  <a:srgbClr val="FF0000"/>
                </a:solidFill>
              </a:rPr>
              <a:t>TESTING</a:t>
            </a:r>
            <a:endParaRPr lang="en-IN" dirty="0"/>
          </a:p>
        </p:txBody>
      </p:sp>
      <p:sp>
        <p:nvSpPr>
          <p:cNvPr id="3" name="Text Placeholder 2">
            <a:extLst>
              <a:ext uri="{FF2B5EF4-FFF2-40B4-BE49-F238E27FC236}">
                <a16:creationId xmlns:a16="http://schemas.microsoft.com/office/drawing/2014/main" id="{DBE736DB-753A-50C2-8182-0E634EF7C5E9}"/>
              </a:ext>
            </a:extLst>
          </p:cNvPr>
          <p:cNvSpPr>
            <a:spLocks noGrp="1"/>
          </p:cNvSpPr>
          <p:nvPr>
            <p:ph type="body" idx="1"/>
          </p:nvPr>
        </p:nvSpPr>
        <p:spPr/>
        <p:txBody>
          <a:bodyPr>
            <a:normAutofit/>
          </a:bodyPr>
          <a:lstStyle/>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OBJECTIVE:</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To check whether game price depends on platform support.</a:t>
            </a:r>
          </a:p>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Hypothesis Framed:</a:t>
            </a:r>
          </a:p>
          <a:p>
            <a:pPr algn="just">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H0:</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Average price is same for all 3 platform groups.</a:t>
            </a:r>
          </a:p>
          <a:p>
            <a:pPr algn="just">
              <a:buFont typeface="Arial" panose="020B0604020202020204" pitchFamily="34" charset="0"/>
              <a:buChar char="•"/>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H1:</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Average price is different for at least one platform group.</a:t>
            </a:r>
          </a:p>
          <a:p>
            <a:pPr algn="just">
              <a:buFont typeface="Wingdings" panose="05000000000000000000" pitchFamily="2" charset="2"/>
              <a:buChar char="Ø"/>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TEST PERFORMED: Anova</a:t>
            </a:r>
          </a:p>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INTERPRETATION: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There is a statistically significant difference in pricing based on platform support. Games that support Windows, Mac, Linux (all three) are priced differently than games that support only Windows. This suggests that development cost for multi-platform support affects the final price. Windows-only games have more low-cost/free titles, while multi-platform games are priced higher.</a:t>
            </a:r>
          </a:p>
          <a:p>
            <a:pPr algn="just">
              <a:buFont typeface="Wingdings" panose="05000000000000000000" pitchFamily="2" charset="2"/>
              <a:buChar char="Ø"/>
            </a:pPr>
            <a:r>
              <a:rPr lang="en-US" sz="2000" b="1" dirty="0">
                <a:solidFill>
                  <a:schemeClr val="tx1">
                    <a:lumMod val="95000"/>
                    <a:lumOff val="5000"/>
                  </a:schemeClr>
                </a:solidFill>
                <a:latin typeface="Times New Roman" panose="02020603050405020304" pitchFamily="18" charset="0"/>
                <a:cs typeface="Times New Roman" panose="02020603050405020304" pitchFamily="18" charset="0"/>
              </a:rPr>
              <a:t>CONCLUSION: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Since P &lt; 0.05, we Reject H0. We can conclude that the price does not depend upon the platform support</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3665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030D5-CB9C-2EC0-A67F-B2C18ED2BEF3}"/>
              </a:ext>
            </a:extLst>
          </p:cNvPr>
          <p:cNvSpPr>
            <a:spLocks noGrp="1"/>
          </p:cNvSpPr>
          <p:nvPr>
            <p:ph type="title"/>
          </p:nvPr>
        </p:nvSpPr>
        <p:spPr/>
        <p:txBody>
          <a:bodyPr/>
          <a:lstStyle/>
          <a:p>
            <a:pPr algn="ctr"/>
            <a:r>
              <a:rPr lang="en-IN" b="1" dirty="0">
                <a:solidFill>
                  <a:srgbClr val="FF0000"/>
                </a:solidFill>
              </a:rPr>
              <a:t>RECOMMENDATIONS</a:t>
            </a:r>
            <a:endParaRPr lang="en-IN" dirty="0"/>
          </a:p>
        </p:txBody>
      </p:sp>
      <p:sp>
        <p:nvSpPr>
          <p:cNvPr id="3" name="Text Placeholder 2">
            <a:extLst>
              <a:ext uri="{FF2B5EF4-FFF2-40B4-BE49-F238E27FC236}">
                <a16:creationId xmlns:a16="http://schemas.microsoft.com/office/drawing/2014/main" id="{CD92F2FE-450C-9979-D1EF-8C8A3893711D}"/>
              </a:ext>
            </a:extLst>
          </p:cNvPr>
          <p:cNvSpPr>
            <a:spLocks noGrp="1"/>
          </p:cNvSpPr>
          <p:nvPr>
            <p:ph type="body"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Focus on Low-Price Segment: 90% games are sold in 0-500 range, so pricing new games in this range will get more buyers.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Smart Discount Strategy: Give  discounts on mid-range games (&lt;3000) to boost sales, avoid high discounts on premium AAA titles.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Protect Premium Value: Most expensive games (∼16k) are kept at 0% discount to maintain brand value - follow same strategy.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585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06604-ACAC-8240-5184-9616C6A22AF5}"/>
              </a:ext>
            </a:extLst>
          </p:cNvPr>
          <p:cNvSpPr>
            <a:spLocks noGrp="1"/>
          </p:cNvSpPr>
          <p:nvPr>
            <p:ph type="title"/>
          </p:nvPr>
        </p:nvSpPr>
        <p:spPr/>
        <p:txBody>
          <a:bodyPr/>
          <a:lstStyle/>
          <a:p>
            <a:pPr algn="ctr"/>
            <a:r>
              <a:rPr lang="en-IN" b="1" dirty="0">
                <a:solidFill>
                  <a:srgbClr val="FF0000"/>
                </a:solidFill>
              </a:rPr>
              <a:t>FUTURE ENHANCEMENTS</a:t>
            </a:r>
            <a:endParaRPr lang="en-IN" dirty="0"/>
          </a:p>
        </p:txBody>
      </p:sp>
      <p:sp>
        <p:nvSpPr>
          <p:cNvPr id="3" name="Text Placeholder 2">
            <a:extLst>
              <a:ext uri="{FF2B5EF4-FFF2-40B4-BE49-F238E27FC236}">
                <a16:creationId xmlns:a16="http://schemas.microsoft.com/office/drawing/2014/main" id="{13BE181F-5A53-442F-F4C0-6230641E9714}"/>
              </a:ext>
            </a:extLst>
          </p:cNvPr>
          <p:cNvSpPr>
            <a:spLocks noGrp="1"/>
          </p:cNvSpPr>
          <p:nvPr>
            <p:ph type="body" idx="1"/>
          </p:nvPr>
        </p:nvSpPr>
        <p:spPr/>
        <p:txBody>
          <a:bodyPr>
            <a:normAutofit fontScale="92500" lnSpcReduction="10000"/>
          </a:bodyPr>
          <a:lstStyle/>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Price Prediction Model: </a:t>
            </a:r>
            <a:r>
              <a:rPr lang="en-US" sz="2400" dirty="0">
                <a:latin typeface="Times New Roman" panose="02020603050405020304" pitchFamily="18" charset="0"/>
                <a:cs typeface="Times New Roman" panose="02020603050405020304" pitchFamily="18" charset="0"/>
              </a:rPr>
              <a:t>Build a Machine Learning regression model (Random Forest,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to predict the </a:t>
            </a:r>
            <a:r>
              <a:rPr lang="en-US" sz="2400" dirty="0" err="1">
                <a:latin typeface="Times New Roman" panose="02020603050405020304" pitchFamily="18" charset="0"/>
                <a:cs typeface="Times New Roman" panose="02020603050405020304" pitchFamily="18" charset="0"/>
              </a:rPr>
              <a:t>final_price</a:t>
            </a:r>
            <a:r>
              <a:rPr lang="en-US" sz="2400" dirty="0">
                <a:latin typeface="Times New Roman" panose="02020603050405020304" pitchFamily="18" charset="0"/>
                <a:cs typeface="Times New Roman" panose="02020603050405020304" pitchFamily="18" charset="0"/>
              </a:rPr>
              <a:t> of a game based on features like genre, platform, ratings, and discount.</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Game Recommendation System: </a:t>
            </a:r>
            <a:r>
              <a:rPr lang="en-US" sz="2400" dirty="0">
                <a:latin typeface="Times New Roman" panose="02020603050405020304" pitchFamily="18" charset="0"/>
                <a:cs typeface="Times New Roman" panose="02020603050405020304" pitchFamily="18" charset="0"/>
              </a:rPr>
              <a:t>Develop a content-based recommendation system that suggests similar games to users based on their played history, just like Netflix or Spotify.</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Sales and Demand Forecasting: </a:t>
            </a:r>
            <a:r>
              <a:rPr lang="en-US" sz="2400" dirty="0">
                <a:latin typeface="Times New Roman" panose="02020603050405020304" pitchFamily="18" charset="0"/>
                <a:cs typeface="Times New Roman" panose="02020603050405020304" pitchFamily="18" charset="0"/>
              </a:rPr>
              <a:t>Incorporate release date, seasonality, and discount trends to forecast future sales and identify the best time to launch a game.</a:t>
            </a:r>
          </a:p>
          <a:p>
            <a:pPr algn="just">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Cross-Platform Strategy: </a:t>
            </a:r>
            <a:r>
              <a:rPr lang="en-US" sz="2400" dirty="0">
                <a:latin typeface="Times New Roman" panose="02020603050405020304" pitchFamily="18" charset="0"/>
                <a:cs typeface="Times New Roman" panose="02020603050405020304" pitchFamily="18" charset="0"/>
              </a:rPr>
              <a:t>Analyze the ROI of developing for multiple platforms. By combining development cost estimation with sales data, we can determine if porting a Windows game to Mac/Linux is financially profitable or if focusing on Windows-only yields higher returns. This will help indie developers make data-driven decisions on cross-platform launches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3682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8B251-ED25-C2F4-8124-9A862C13BFE4}"/>
              </a:ext>
            </a:extLst>
          </p:cNvPr>
          <p:cNvSpPr>
            <a:spLocks noGrp="1"/>
          </p:cNvSpPr>
          <p:nvPr>
            <p:ph type="title"/>
          </p:nvPr>
        </p:nvSpPr>
        <p:spPr/>
        <p:txBody>
          <a:bodyPr/>
          <a:lstStyle/>
          <a:p>
            <a:pPr algn="ctr"/>
            <a:r>
              <a:rPr lang="en-IN" b="1" dirty="0">
                <a:solidFill>
                  <a:srgbClr val="FF0000"/>
                </a:solidFill>
              </a:rPr>
              <a:t>CONCLUSION</a:t>
            </a:r>
            <a:endParaRPr lang="en-IN" dirty="0"/>
          </a:p>
        </p:txBody>
      </p:sp>
      <p:sp>
        <p:nvSpPr>
          <p:cNvPr id="3" name="Text Placeholder 2">
            <a:extLst>
              <a:ext uri="{FF2B5EF4-FFF2-40B4-BE49-F238E27FC236}">
                <a16:creationId xmlns:a16="http://schemas.microsoft.com/office/drawing/2014/main" id="{A7E22369-AC18-9723-AC13-62364279427B}"/>
              </a:ext>
            </a:extLst>
          </p:cNvPr>
          <p:cNvSpPr>
            <a:spLocks noGrp="1"/>
          </p:cNvSpPr>
          <p:nvPr>
            <p:ph type="body" idx="1"/>
          </p:nvPr>
        </p:nvSpPr>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project analyzes Steam games pricing data to understand price distribution, discount strategy, and correlation between pricing factors.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platform is dominated by low-cost games, making gaming affordable for a large audience.</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Discounts are strategically used to increase sales of mid-range games, not for premium titles.</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This analysis can help developers to set competitive pricing and Steam to optimize discount campaigns for higher revenue.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3889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2B4FB6-D929-2F0A-3790-34AFEA384EFD}"/>
              </a:ext>
            </a:extLst>
          </p:cNvPr>
          <p:cNvSpPr txBox="1"/>
          <p:nvPr/>
        </p:nvSpPr>
        <p:spPr>
          <a:xfrm>
            <a:off x="3932903" y="2497393"/>
            <a:ext cx="4326194" cy="769441"/>
          </a:xfrm>
          <a:prstGeom prst="rect">
            <a:avLst/>
          </a:prstGeom>
          <a:noFill/>
        </p:spPr>
        <p:txBody>
          <a:bodyPr wrap="square" rtlCol="0">
            <a:spAutoFit/>
          </a:bodyPr>
          <a:lstStyle/>
          <a:p>
            <a:pPr algn="ctr"/>
            <a:r>
              <a:rPr lang="en-IN" b="1" dirty="0">
                <a:solidFill>
                  <a:srgbClr val="FF0000"/>
                </a:solidFill>
              </a:rPr>
              <a:t> </a:t>
            </a:r>
            <a:r>
              <a:rPr lang="en-IN" sz="4400" b="1" dirty="0">
                <a:solidFill>
                  <a:srgbClr val="FF0000"/>
                </a:solidFill>
                <a:latin typeface="Times New Roman" panose="02020603050405020304" pitchFamily="18" charset="0"/>
                <a:cs typeface="Times New Roman" panose="02020603050405020304" pitchFamily="18" charset="0"/>
              </a:rPr>
              <a:t>QUERIES..??</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9075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567</TotalTime>
  <Words>1177</Words>
  <Application>Microsoft Office PowerPoint</Application>
  <PresentationFormat>Widescreen</PresentationFormat>
  <Paragraphs>100</Paragraphs>
  <Slides>18</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Lato Black</vt:lpstr>
      <vt:lpstr>Libre Baskerville</vt:lpstr>
      <vt:lpstr>Calibri</vt:lpstr>
      <vt:lpstr>Wingdings</vt:lpstr>
      <vt:lpstr>Times New Roman</vt:lpstr>
      <vt:lpstr>Arial</vt:lpstr>
      <vt:lpstr>Office Theme</vt:lpstr>
      <vt:lpstr>PowerPoint Presentation</vt:lpstr>
      <vt:lpstr>PowerPoint Presentation</vt:lpstr>
      <vt:lpstr>Agenda</vt:lpstr>
      <vt:lpstr> BUSINESS PROBLEM</vt:lpstr>
      <vt:lpstr>BUSINESS STATEMENT</vt:lpstr>
      <vt:lpstr>INTRODUCTION</vt:lpstr>
      <vt:lpstr> DATASET OVERVIEW</vt:lpstr>
      <vt:lpstr>UNI-VARIATE ANALYSIS</vt:lpstr>
      <vt:lpstr>BI-VARIATE ANALYSIS</vt:lpstr>
      <vt:lpstr>BI-VARIATE ANALYSIS</vt:lpstr>
      <vt:lpstr>MULTI-VARIATE ANALYSIS</vt:lpstr>
      <vt:lpstr> TESTING</vt:lpstr>
      <vt:lpstr>TESTING</vt:lpstr>
      <vt:lpstr>RECOMMENDATIONS</vt:lpstr>
      <vt:lpstr>FUTURE ENHANCEMENTS</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Boddupally Kishore</cp:lastModifiedBy>
  <cp:revision>1</cp:revision>
  <dcterms:created xsi:type="dcterms:W3CDTF">2021-02-16T05:19:01Z</dcterms:created>
  <dcterms:modified xsi:type="dcterms:W3CDTF">2026-10-13T15:39:09Z</dcterms:modified>
</cp:coreProperties>
</file>